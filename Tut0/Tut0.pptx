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96EEE-407C-4085-B271-C5BC882109D0}" v="4" dt="2025-02-13T11:20:11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S Macmillan" userId="0cdf6dfa-5294-4230-91e8-7fa03e46e576" providerId="ADAL" clId="{B6296EEE-407C-4085-B271-C5BC882109D0}"/>
    <pc:docChg chg="undo redo custSel addSld delSld modSld addMainMaster delMainMaster">
      <pc:chgData name="Mr. S Macmillan" userId="0cdf6dfa-5294-4230-91e8-7fa03e46e576" providerId="ADAL" clId="{B6296EEE-407C-4085-B271-C5BC882109D0}" dt="2025-02-13T12:09:05.702" v="5506" actId="20577"/>
      <pc:docMkLst>
        <pc:docMk/>
      </pc:docMkLst>
      <pc:sldChg chg="addSp delSp modSp new mod setBg modClrScheme addAnim delAnim setClrOvrMap chgLayout">
        <pc:chgData name="Mr. S Macmillan" userId="0cdf6dfa-5294-4230-91e8-7fa03e46e576" providerId="ADAL" clId="{B6296EEE-407C-4085-B271-C5BC882109D0}" dt="2025-02-13T10:54:05.920" v="104" actId="26606"/>
        <pc:sldMkLst>
          <pc:docMk/>
          <pc:sldMk cId="2728775276" sldId="256"/>
        </pc:sldMkLst>
        <pc:spChg chg="mod">
          <ac:chgData name="Mr. S Macmillan" userId="0cdf6dfa-5294-4230-91e8-7fa03e46e576" providerId="ADAL" clId="{B6296EEE-407C-4085-B271-C5BC882109D0}" dt="2025-02-13T10:54:05.920" v="104" actId="26606"/>
          <ac:spMkLst>
            <pc:docMk/>
            <pc:sldMk cId="2728775276" sldId="256"/>
            <ac:spMk id="2" creationId="{C1EB9B5A-4671-A798-B99B-5F41953BFBC6}"/>
          </ac:spMkLst>
        </pc:spChg>
        <pc:spChg chg="mod">
          <ac:chgData name="Mr. S Macmillan" userId="0cdf6dfa-5294-4230-91e8-7fa03e46e576" providerId="ADAL" clId="{B6296EEE-407C-4085-B271-C5BC882109D0}" dt="2025-02-13T10:54:05.920" v="104" actId="26606"/>
          <ac:spMkLst>
            <pc:docMk/>
            <pc:sldMk cId="2728775276" sldId="256"/>
            <ac:spMk id="3" creationId="{2BB72DA9-64C5-2894-668F-43FEA0181C3B}"/>
          </ac:spMkLst>
        </pc:spChg>
        <pc:spChg chg="add del">
          <ac:chgData name="Mr. S Macmillan" userId="0cdf6dfa-5294-4230-91e8-7fa03e46e576" providerId="ADAL" clId="{B6296EEE-407C-4085-B271-C5BC882109D0}" dt="2025-02-13T10:53:36.872" v="100" actId="26606"/>
          <ac:spMkLst>
            <pc:docMk/>
            <pc:sldMk cId="2728775276" sldId="256"/>
            <ac:spMk id="5" creationId="{6E448DB1-4196-18A6-15DA-C72635C1B11E}"/>
          </ac:spMkLst>
        </pc:spChg>
        <pc:spChg chg="add del">
          <ac:chgData name="Mr. S Macmillan" userId="0cdf6dfa-5294-4230-91e8-7fa03e46e576" providerId="ADAL" clId="{B6296EEE-407C-4085-B271-C5BC882109D0}" dt="2025-02-13T10:53:36.872" v="100" actId="26606"/>
          <ac:spMkLst>
            <pc:docMk/>
            <pc:sldMk cId="2728775276" sldId="256"/>
            <ac:spMk id="7" creationId="{DF15DF8A-891A-1965-E372-1BA1F3B945EF}"/>
          </ac:spMkLst>
        </pc:spChg>
        <pc:spChg chg="add del">
          <ac:chgData name="Mr. S Macmillan" userId="0cdf6dfa-5294-4230-91e8-7fa03e46e576" providerId="ADAL" clId="{B6296EEE-407C-4085-B271-C5BC882109D0}" dt="2025-02-13T10:52:01.563" v="56" actId="26606"/>
          <ac:spMkLst>
            <pc:docMk/>
            <pc:sldMk cId="2728775276" sldId="256"/>
            <ac:spMk id="9" creationId="{33E93247-6229-44AB-A550-739E971E690B}"/>
          </ac:spMkLst>
        </pc:spChg>
        <pc:spChg chg="add del">
          <ac:chgData name="Mr. S Macmillan" userId="0cdf6dfa-5294-4230-91e8-7fa03e46e576" providerId="ADAL" clId="{B6296EEE-407C-4085-B271-C5BC882109D0}" dt="2025-02-13T10:52:01.563" v="56" actId="26606"/>
          <ac:spMkLst>
            <pc:docMk/>
            <pc:sldMk cId="2728775276" sldId="256"/>
            <ac:spMk id="13" creationId="{D21F66AB-6D67-4C86-A415-0B6E4EEC5ABA}"/>
          </ac:spMkLst>
        </pc:spChg>
        <pc:spChg chg="add del">
          <ac:chgData name="Mr. S Macmillan" userId="0cdf6dfa-5294-4230-91e8-7fa03e46e576" providerId="ADAL" clId="{B6296EEE-407C-4085-B271-C5BC882109D0}" dt="2025-02-13T10:52:10.204" v="60" actId="26606"/>
          <ac:spMkLst>
            <pc:docMk/>
            <pc:sldMk cId="2728775276" sldId="256"/>
            <ac:spMk id="17" creationId="{6E448DB1-4196-18A6-15DA-C72635C1B11E}"/>
          </ac:spMkLst>
        </pc:spChg>
        <pc:spChg chg="add del">
          <ac:chgData name="Mr. S Macmillan" userId="0cdf6dfa-5294-4230-91e8-7fa03e46e576" providerId="ADAL" clId="{B6296EEE-407C-4085-B271-C5BC882109D0}" dt="2025-02-13T10:52:10.204" v="60" actId="26606"/>
          <ac:spMkLst>
            <pc:docMk/>
            <pc:sldMk cId="2728775276" sldId="256"/>
            <ac:spMk id="19" creationId="{DF15DF8A-891A-1965-E372-1BA1F3B945EF}"/>
          </ac:spMkLst>
        </pc:spChg>
        <pc:spChg chg="add del">
          <ac:chgData name="Mr. S Macmillan" userId="0cdf6dfa-5294-4230-91e8-7fa03e46e576" providerId="ADAL" clId="{B6296EEE-407C-4085-B271-C5BC882109D0}" dt="2025-02-13T10:52:11.407" v="62" actId="26606"/>
          <ac:spMkLst>
            <pc:docMk/>
            <pc:sldMk cId="2728775276" sldId="256"/>
            <ac:spMk id="21" creationId="{33E93247-6229-44AB-A550-739E971E690B}"/>
          </ac:spMkLst>
        </pc:spChg>
        <pc:spChg chg="add del">
          <ac:chgData name="Mr. S Macmillan" userId="0cdf6dfa-5294-4230-91e8-7fa03e46e576" providerId="ADAL" clId="{B6296EEE-407C-4085-B271-C5BC882109D0}" dt="2025-02-13T10:52:11.407" v="62" actId="26606"/>
          <ac:spMkLst>
            <pc:docMk/>
            <pc:sldMk cId="2728775276" sldId="256"/>
            <ac:spMk id="23" creationId="{912025B4-7337-735E-4DC9-E634D2011984}"/>
          </ac:spMkLst>
        </pc:spChg>
        <pc:spChg chg="add del">
          <ac:chgData name="Mr. S Macmillan" userId="0cdf6dfa-5294-4230-91e8-7fa03e46e576" providerId="ADAL" clId="{B6296EEE-407C-4085-B271-C5BC882109D0}" dt="2025-02-13T10:52:11.407" v="62" actId="26606"/>
          <ac:spMkLst>
            <pc:docMk/>
            <pc:sldMk cId="2728775276" sldId="256"/>
            <ac:spMk id="24" creationId="{150CDACD-D191-E642-F686-FCB54B7E5F67}"/>
          </ac:spMkLst>
        </pc:spChg>
        <pc:spChg chg="add del">
          <ac:chgData name="Mr. S Macmillan" userId="0cdf6dfa-5294-4230-91e8-7fa03e46e576" providerId="ADAL" clId="{B6296EEE-407C-4085-B271-C5BC882109D0}" dt="2025-02-13T10:52:13.234" v="64" actId="26606"/>
          <ac:spMkLst>
            <pc:docMk/>
            <pc:sldMk cId="2728775276" sldId="256"/>
            <ac:spMk id="26" creationId="{19F9BF86-FE94-4517-B97D-026C7515E589}"/>
          </ac:spMkLst>
        </pc:spChg>
        <pc:spChg chg="add del">
          <ac:chgData name="Mr. S Macmillan" userId="0cdf6dfa-5294-4230-91e8-7fa03e46e576" providerId="ADAL" clId="{B6296EEE-407C-4085-B271-C5BC882109D0}" dt="2025-02-13T10:52:13.234" v="64" actId="26606"/>
          <ac:spMkLst>
            <pc:docMk/>
            <pc:sldMk cId="2728775276" sldId="256"/>
            <ac:spMk id="28" creationId="{D30DD7D3-2712-4491-B2C2-5FC23330C7CB}"/>
          </ac:spMkLst>
        </pc:spChg>
        <pc:spChg chg="add del">
          <ac:chgData name="Mr. S Macmillan" userId="0cdf6dfa-5294-4230-91e8-7fa03e46e576" providerId="ADAL" clId="{B6296EEE-407C-4085-B271-C5BC882109D0}" dt="2025-02-13T10:52:14.380" v="66" actId="26606"/>
          <ac:spMkLst>
            <pc:docMk/>
            <pc:sldMk cId="2728775276" sldId="256"/>
            <ac:spMk id="31" creationId="{6DA65B90-7B06-4499-91BA-CDDD36132481}"/>
          </ac:spMkLst>
        </pc:spChg>
        <pc:spChg chg="add del">
          <ac:chgData name="Mr. S Macmillan" userId="0cdf6dfa-5294-4230-91e8-7fa03e46e576" providerId="ADAL" clId="{B6296EEE-407C-4085-B271-C5BC882109D0}" dt="2025-02-13T10:52:14.380" v="66" actId="26606"/>
          <ac:spMkLst>
            <pc:docMk/>
            <pc:sldMk cId="2728775276" sldId="256"/>
            <ac:spMk id="33" creationId="{9502469D-C562-48E3-ABA2-3CFA55C52684}"/>
          </ac:spMkLst>
        </pc:spChg>
        <pc:spChg chg="add del">
          <ac:chgData name="Mr. S Macmillan" userId="0cdf6dfa-5294-4230-91e8-7fa03e46e576" providerId="ADAL" clId="{B6296EEE-407C-4085-B271-C5BC882109D0}" dt="2025-02-13T10:52:16.441" v="68" actId="26606"/>
          <ac:spMkLst>
            <pc:docMk/>
            <pc:sldMk cId="2728775276" sldId="256"/>
            <ac:spMk id="38" creationId="{A5D0B0D3-D735-4619-AA45-B57B791E1744}"/>
          </ac:spMkLst>
        </pc:spChg>
        <pc:spChg chg="add del">
          <ac:chgData name="Mr. S Macmillan" userId="0cdf6dfa-5294-4230-91e8-7fa03e46e576" providerId="ADAL" clId="{B6296EEE-407C-4085-B271-C5BC882109D0}" dt="2025-02-13T10:52:16.441" v="68" actId="26606"/>
          <ac:spMkLst>
            <pc:docMk/>
            <pc:sldMk cId="2728775276" sldId="256"/>
            <ac:spMk id="40" creationId="{CF7F2079-504C-499A-A644-58F4DDC7643B}"/>
          </ac:spMkLst>
        </pc:spChg>
        <pc:spChg chg="add del">
          <ac:chgData name="Mr. S Macmillan" userId="0cdf6dfa-5294-4230-91e8-7fa03e46e576" providerId="ADAL" clId="{B6296EEE-407C-4085-B271-C5BC882109D0}" dt="2025-02-13T10:52:16.441" v="68" actId="26606"/>
          <ac:spMkLst>
            <pc:docMk/>
            <pc:sldMk cId="2728775276" sldId="256"/>
            <ac:spMk id="46" creationId="{3D505D40-32E9-4C48-81F8-AD80433BE6B7}"/>
          </ac:spMkLst>
        </pc:spChg>
        <pc:spChg chg="add del">
          <ac:chgData name="Mr. S Macmillan" userId="0cdf6dfa-5294-4230-91e8-7fa03e46e576" providerId="ADAL" clId="{B6296EEE-407C-4085-B271-C5BC882109D0}" dt="2025-02-13T10:52:17.407" v="70" actId="26606"/>
          <ac:spMkLst>
            <pc:docMk/>
            <pc:sldMk cId="2728775276" sldId="256"/>
            <ac:spMk id="54" creationId="{F1174801-1395-44C5-9B00-CCAC45C056E7}"/>
          </ac:spMkLst>
        </pc:spChg>
        <pc:spChg chg="add del">
          <ac:chgData name="Mr. S Macmillan" userId="0cdf6dfa-5294-4230-91e8-7fa03e46e576" providerId="ADAL" clId="{B6296EEE-407C-4085-B271-C5BC882109D0}" dt="2025-02-13T10:52:17.407" v="70" actId="26606"/>
          <ac:spMkLst>
            <pc:docMk/>
            <pc:sldMk cId="2728775276" sldId="256"/>
            <ac:spMk id="55" creationId="{996DFAFB-BCE1-4BEC-82FB-D574234DEF0A}"/>
          </ac:spMkLst>
        </pc:spChg>
        <pc:spChg chg="add del">
          <ac:chgData name="Mr. S Macmillan" userId="0cdf6dfa-5294-4230-91e8-7fa03e46e576" providerId="ADAL" clId="{B6296EEE-407C-4085-B271-C5BC882109D0}" dt="2025-02-13T10:52:20.023" v="72" actId="26606"/>
          <ac:spMkLst>
            <pc:docMk/>
            <pc:sldMk cId="2728775276" sldId="256"/>
            <ac:spMk id="79" creationId="{1AB7CFDD-E67B-4078-9BD0-D09D4200E4E1}"/>
          </ac:spMkLst>
        </pc:spChg>
        <pc:spChg chg="add del">
          <ac:chgData name="Mr. S Macmillan" userId="0cdf6dfa-5294-4230-91e8-7fa03e46e576" providerId="ADAL" clId="{B6296EEE-407C-4085-B271-C5BC882109D0}" dt="2025-02-13T10:52:20.023" v="72" actId="26606"/>
          <ac:spMkLst>
            <pc:docMk/>
            <pc:sldMk cId="2728775276" sldId="256"/>
            <ac:spMk id="80" creationId="{B191E377-3C4E-4C42-B42C-858169F3AB3A}"/>
          </ac:spMkLst>
        </pc:spChg>
        <pc:spChg chg="add del">
          <ac:chgData name="Mr. S Macmillan" userId="0cdf6dfa-5294-4230-91e8-7fa03e46e576" providerId="ADAL" clId="{B6296EEE-407C-4085-B271-C5BC882109D0}" dt="2025-02-13T10:52:25.607" v="76" actId="26606"/>
          <ac:spMkLst>
            <pc:docMk/>
            <pc:sldMk cId="2728775276" sldId="256"/>
            <ac:spMk id="85" creationId="{33E93247-6229-44AB-A550-739E971E690B}"/>
          </ac:spMkLst>
        </pc:spChg>
        <pc:spChg chg="add del">
          <ac:chgData name="Mr. S Macmillan" userId="0cdf6dfa-5294-4230-91e8-7fa03e46e576" providerId="ADAL" clId="{B6296EEE-407C-4085-B271-C5BC882109D0}" dt="2025-02-13T10:52:25.607" v="76" actId="26606"/>
          <ac:spMkLst>
            <pc:docMk/>
            <pc:sldMk cId="2728775276" sldId="256"/>
            <ac:spMk id="88" creationId="{D21F66AB-6D67-4C86-A415-0B6E4EEC5ABA}"/>
          </ac:spMkLst>
        </pc:spChg>
        <pc:spChg chg="add del">
          <ac:chgData name="Mr. S Macmillan" userId="0cdf6dfa-5294-4230-91e8-7fa03e46e576" providerId="ADAL" clId="{B6296EEE-407C-4085-B271-C5BC882109D0}" dt="2025-02-13T10:52:30.386" v="80" actId="26606"/>
          <ac:spMkLst>
            <pc:docMk/>
            <pc:sldMk cId="2728775276" sldId="256"/>
            <ac:spMk id="91" creationId="{6E448DB1-4196-18A6-15DA-C72635C1B11E}"/>
          </ac:spMkLst>
        </pc:spChg>
        <pc:spChg chg="add del">
          <ac:chgData name="Mr. S Macmillan" userId="0cdf6dfa-5294-4230-91e8-7fa03e46e576" providerId="ADAL" clId="{B6296EEE-407C-4085-B271-C5BC882109D0}" dt="2025-02-13T10:52:30.386" v="80" actId="26606"/>
          <ac:spMkLst>
            <pc:docMk/>
            <pc:sldMk cId="2728775276" sldId="256"/>
            <ac:spMk id="93" creationId="{DF15DF8A-891A-1965-E372-1BA1F3B945EF}"/>
          </ac:spMkLst>
        </pc:spChg>
        <pc:spChg chg="add del">
          <ac:chgData name="Mr. S Macmillan" userId="0cdf6dfa-5294-4230-91e8-7fa03e46e576" providerId="ADAL" clId="{B6296EEE-407C-4085-B271-C5BC882109D0}" dt="2025-02-13T10:52:47.495" v="82" actId="26606"/>
          <ac:spMkLst>
            <pc:docMk/>
            <pc:sldMk cId="2728775276" sldId="256"/>
            <ac:spMk id="95" creationId="{33E93247-6229-44AB-A550-739E971E690B}"/>
          </ac:spMkLst>
        </pc:spChg>
        <pc:spChg chg="add del">
          <ac:chgData name="Mr. S Macmillan" userId="0cdf6dfa-5294-4230-91e8-7fa03e46e576" providerId="ADAL" clId="{B6296EEE-407C-4085-B271-C5BC882109D0}" dt="2025-02-13T10:52:47.495" v="82" actId="26606"/>
          <ac:spMkLst>
            <pc:docMk/>
            <pc:sldMk cId="2728775276" sldId="256"/>
            <ac:spMk id="97" creationId="{912025B4-7337-735E-4DC9-E634D2011984}"/>
          </ac:spMkLst>
        </pc:spChg>
        <pc:spChg chg="add del">
          <ac:chgData name="Mr. S Macmillan" userId="0cdf6dfa-5294-4230-91e8-7fa03e46e576" providerId="ADAL" clId="{B6296EEE-407C-4085-B271-C5BC882109D0}" dt="2025-02-13T10:52:47.495" v="82" actId="26606"/>
          <ac:spMkLst>
            <pc:docMk/>
            <pc:sldMk cId="2728775276" sldId="256"/>
            <ac:spMk id="98" creationId="{150CDACD-D191-E642-F686-FCB54B7E5F67}"/>
          </ac:spMkLst>
        </pc:spChg>
        <pc:spChg chg="add del">
          <ac:chgData name="Mr. S Macmillan" userId="0cdf6dfa-5294-4230-91e8-7fa03e46e576" providerId="ADAL" clId="{B6296EEE-407C-4085-B271-C5BC882109D0}" dt="2025-02-13T10:52:56.343" v="84" actId="26606"/>
          <ac:spMkLst>
            <pc:docMk/>
            <pc:sldMk cId="2728775276" sldId="256"/>
            <ac:spMk id="100" creationId="{0760E4C7-47B8-4356-ABCA-CC9C79E2D2B6}"/>
          </ac:spMkLst>
        </pc:spChg>
        <pc:spChg chg="add del">
          <ac:chgData name="Mr. S Macmillan" userId="0cdf6dfa-5294-4230-91e8-7fa03e46e576" providerId="ADAL" clId="{B6296EEE-407C-4085-B271-C5BC882109D0}" dt="2025-02-13T10:52:56.343" v="84" actId="26606"/>
          <ac:spMkLst>
            <pc:docMk/>
            <pc:sldMk cId="2728775276" sldId="256"/>
            <ac:spMk id="102" creationId="{CEB96CAC-5A33-8303-9C73-1B3220A5D3FA}"/>
          </ac:spMkLst>
        </pc:spChg>
        <pc:spChg chg="add del">
          <ac:chgData name="Mr. S Macmillan" userId="0cdf6dfa-5294-4230-91e8-7fa03e46e576" providerId="ADAL" clId="{B6296EEE-407C-4085-B271-C5BC882109D0}" dt="2025-02-13T10:53:09.169" v="92" actId="26606"/>
          <ac:spMkLst>
            <pc:docMk/>
            <pc:sldMk cId="2728775276" sldId="256"/>
            <ac:spMk id="105" creationId="{19F9BF86-FE94-4517-B97D-026C7515E589}"/>
          </ac:spMkLst>
        </pc:spChg>
        <pc:spChg chg="add del">
          <ac:chgData name="Mr. S Macmillan" userId="0cdf6dfa-5294-4230-91e8-7fa03e46e576" providerId="ADAL" clId="{B6296EEE-407C-4085-B271-C5BC882109D0}" dt="2025-02-13T10:53:09.169" v="92" actId="26606"/>
          <ac:spMkLst>
            <pc:docMk/>
            <pc:sldMk cId="2728775276" sldId="256"/>
            <ac:spMk id="107" creationId="{36136311-C81B-47C5-AE0A-5641A5A59520}"/>
          </ac:spMkLst>
        </pc:spChg>
        <pc:grpChg chg="add del">
          <ac:chgData name="Mr. S Macmillan" userId="0cdf6dfa-5294-4230-91e8-7fa03e46e576" providerId="ADAL" clId="{B6296EEE-407C-4085-B271-C5BC882109D0}" dt="2025-02-13T10:52:16.441" v="68" actId="26606"/>
          <ac:grpSpMkLst>
            <pc:docMk/>
            <pc:sldMk cId="2728775276" sldId="256"/>
            <ac:grpSpMk id="41" creationId="{DBBA0A0D-8F6A-400A-9E49-8C008E2C7DB1}"/>
          </ac:grpSpMkLst>
        </pc:grpChg>
        <pc:grpChg chg="add del">
          <ac:chgData name="Mr. S Macmillan" userId="0cdf6dfa-5294-4230-91e8-7fa03e46e576" providerId="ADAL" clId="{B6296EEE-407C-4085-B271-C5BC882109D0}" dt="2025-02-13T10:52:16.441" v="68" actId="26606"/>
          <ac:grpSpMkLst>
            <pc:docMk/>
            <pc:sldMk cId="2728775276" sldId="256"/>
            <ac:grpSpMk id="47" creationId="{C507BF36-B92B-4CAC-BCA7-8364B51E1F09}"/>
          </ac:grpSpMkLst>
        </pc:grpChg>
        <pc:grpChg chg="add del">
          <ac:chgData name="Mr. S Macmillan" userId="0cdf6dfa-5294-4230-91e8-7fa03e46e576" providerId="ADAL" clId="{B6296EEE-407C-4085-B271-C5BC882109D0}" dt="2025-02-13T10:52:17.407" v="70" actId="26606"/>
          <ac:grpSpMkLst>
            <pc:docMk/>
            <pc:sldMk cId="2728775276" sldId="256"/>
            <ac:grpSpMk id="56" creationId="{F99A87B6-0764-47AD-BF24-B54A16F9445B}"/>
          </ac:grpSpMkLst>
        </pc:grpChg>
        <pc:grpChg chg="add del">
          <ac:chgData name="Mr. S Macmillan" userId="0cdf6dfa-5294-4230-91e8-7fa03e46e576" providerId="ADAL" clId="{B6296EEE-407C-4085-B271-C5BC882109D0}" dt="2025-02-13T10:52:17.407" v="70" actId="26606"/>
          <ac:grpSpMkLst>
            <pc:docMk/>
            <pc:sldMk cId="2728775276" sldId="256"/>
            <ac:grpSpMk id="65" creationId="{5C0E6139-8A19-4905-87E2-E547D7B7F1AF}"/>
          </ac:grpSpMkLst>
        </pc:grpChg>
        <pc:grpChg chg="add del">
          <ac:chgData name="Mr. S Macmillan" userId="0cdf6dfa-5294-4230-91e8-7fa03e46e576" providerId="ADAL" clId="{B6296EEE-407C-4085-B271-C5BC882109D0}" dt="2025-02-13T10:52:17.407" v="70" actId="26606"/>
          <ac:grpSpMkLst>
            <pc:docMk/>
            <pc:sldMk cId="2728775276" sldId="256"/>
            <ac:grpSpMk id="68" creationId="{EE8A2E90-75F0-4F59-AE03-FE737F410E1A}"/>
          </ac:grpSpMkLst>
        </pc:grpChg>
        <pc:grpChg chg="add del">
          <ac:chgData name="Mr. S Macmillan" userId="0cdf6dfa-5294-4230-91e8-7fa03e46e576" providerId="ADAL" clId="{B6296EEE-407C-4085-B271-C5BC882109D0}" dt="2025-02-13T10:52:20.023" v="72" actId="26606"/>
          <ac:grpSpMkLst>
            <pc:docMk/>
            <pc:sldMk cId="2728775276" sldId="256"/>
            <ac:grpSpMk id="82" creationId="{91B7537E-7B93-4306-B9DF-4CD583E0AA21}"/>
          </ac:grpSpMkLst>
        </pc:grpChg>
        <pc:picChg chg="add del">
          <ac:chgData name="Mr. S Macmillan" userId="0cdf6dfa-5294-4230-91e8-7fa03e46e576" providerId="ADAL" clId="{B6296EEE-407C-4085-B271-C5BC882109D0}" dt="2025-02-13T10:52:01.563" v="56" actId="26606"/>
          <ac:picMkLst>
            <pc:docMk/>
            <pc:sldMk cId="2728775276" sldId="256"/>
            <ac:picMk id="4" creationId="{AAB4A6E5-6F77-4D4F-95AC-3E972C3122EF}"/>
          </ac:picMkLst>
        </pc:picChg>
        <pc:picChg chg="add del">
          <ac:chgData name="Mr. S Macmillan" userId="0cdf6dfa-5294-4230-91e8-7fa03e46e576" providerId="ADAL" clId="{B6296EEE-407C-4085-B271-C5BC882109D0}" dt="2025-02-13T10:53:36.872" v="100" actId="26606"/>
          <ac:picMkLst>
            <pc:docMk/>
            <pc:sldMk cId="2728775276" sldId="256"/>
            <ac:picMk id="6" creationId="{A884E548-D1CC-B733-B6DD-B6194D44C08C}"/>
          </ac:picMkLst>
        </pc:picChg>
        <pc:picChg chg="add del">
          <ac:chgData name="Mr. S Macmillan" userId="0cdf6dfa-5294-4230-91e8-7fa03e46e576" providerId="ADAL" clId="{B6296EEE-407C-4085-B271-C5BC882109D0}" dt="2025-02-13T10:54:05.920" v="104" actId="26606"/>
          <ac:picMkLst>
            <pc:docMk/>
            <pc:sldMk cId="2728775276" sldId="256"/>
            <ac:picMk id="8" creationId="{0DBCAFA9-51E3-081C-7E9E-26B2E43FF9DC}"/>
          </ac:picMkLst>
        </pc:picChg>
        <pc:picChg chg="add del">
          <ac:chgData name="Mr. S Macmillan" userId="0cdf6dfa-5294-4230-91e8-7fa03e46e576" providerId="ADAL" clId="{B6296EEE-407C-4085-B271-C5BC882109D0}" dt="2025-02-13T10:52:10.204" v="60" actId="26606"/>
          <ac:picMkLst>
            <pc:docMk/>
            <pc:sldMk cId="2728775276" sldId="256"/>
            <ac:picMk id="18" creationId="{3094EE60-ACBF-70CC-016A-7FD71F91BEF6}"/>
          </ac:picMkLst>
        </pc:picChg>
        <pc:picChg chg="add del">
          <ac:chgData name="Mr. S Macmillan" userId="0cdf6dfa-5294-4230-91e8-7fa03e46e576" providerId="ADAL" clId="{B6296EEE-407C-4085-B271-C5BC882109D0}" dt="2025-02-13T10:52:11.407" v="62" actId="26606"/>
          <ac:picMkLst>
            <pc:docMk/>
            <pc:sldMk cId="2728775276" sldId="256"/>
            <ac:picMk id="22" creationId="{70D88D61-EB95-1EE0-306B-31D3EA194DE0}"/>
          </ac:picMkLst>
        </pc:picChg>
        <pc:picChg chg="add del">
          <ac:chgData name="Mr. S Macmillan" userId="0cdf6dfa-5294-4230-91e8-7fa03e46e576" providerId="ADAL" clId="{B6296EEE-407C-4085-B271-C5BC882109D0}" dt="2025-02-13T10:52:13.234" v="64" actId="26606"/>
          <ac:picMkLst>
            <pc:docMk/>
            <pc:sldMk cId="2728775276" sldId="256"/>
            <ac:picMk id="27" creationId="{600FE866-4DB3-CF6E-8F5C-FDA684174366}"/>
          </ac:picMkLst>
        </pc:picChg>
        <pc:picChg chg="add del">
          <ac:chgData name="Mr. S Macmillan" userId="0cdf6dfa-5294-4230-91e8-7fa03e46e576" providerId="ADAL" clId="{B6296EEE-407C-4085-B271-C5BC882109D0}" dt="2025-02-13T10:52:14.380" v="66" actId="26606"/>
          <ac:picMkLst>
            <pc:docMk/>
            <pc:sldMk cId="2728775276" sldId="256"/>
            <ac:picMk id="32" creationId="{28FAEE4A-7860-1924-A5C6-F55047A627E2}"/>
          </ac:picMkLst>
        </pc:picChg>
        <pc:picChg chg="add del">
          <ac:chgData name="Mr. S Macmillan" userId="0cdf6dfa-5294-4230-91e8-7fa03e46e576" providerId="ADAL" clId="{B6296EEE-407C-4085-B271-C5BC882109D0}" dt="2025-02-13T10:52:16.441" v="68" actId="26606"/>
          <ac:picMkLst>
            <pc:docMk/>
            <pc:sldMk cId="2728775276" sldId="256"/>
            <ac:picMk id="39" creationId="{5773BCFA-9661-E3C0-1E2D-D4C56BA1A8F9}"/>
          </ac:picMkLst>
        </pc:picChg>
        <pc:picChg chg="add del">
          <ac:chgData name="Mr. S Macmillan" userId="0cdf6dfa-5294-4230-91e8-7fa03e46e576" providerId="ADAL" clId="{B6296EEE-407C-4085-B271-C5BC882109D0}" dt="2025-02-13T10:52:17.407" v="70" actId="26606"/>
          <ac:picMkLst>
            <pc:docMk/>
            <pc:sldMk cId="2728775276" sldId="256"/>
            <ac:picMk id="64" creationId="{1A1BDE6E-F637-91AB-2468-C7AE00279FE5}"/>
          </ac:picMkLst>
        </pc:picChg>
        <pc:picChg chg="add del">
          <ac:chgData name="Mr. S Macmillan" userId="0cdf6dfa-5294-4230-91e8-7fa03e46e576" providerId="ADAL" clId="{B6296EEE-407C-4085-B271-C5BC882109D0}" dt="2025-02-13T10:52:20.023" v="72" actId="26606"/>
          <ac:picMkLst>
            <pc:docMk/>
            <pc:sldMk cId="2728775276" sldId="256"/>
            <ac:picMk id="81" creationId="{F07F0649-F273-64EC-4ADB-913D3D5791EB}"/>
          </ac:picMkLst>
        </pc:picChg>
        <pc:picChg chg="add del">
          <ac:chgData name="Mr. S Macmillan" userId="0cdf6dfa-5294-4230-91e8-7fa03e46e576" providerId="ADAL" clId="{B6296EEE-407C-4085-B271-C5BC882109D0}" dt="2025-02-13T10:52:25.607" v="76" actId="26606"/>
          <ac:picMkLst>
            <pc:docMk/>
            <pc:sldMk cId="2728775276" sldId="256"/>
            <ac:picMk id="87" creationId="{AAB4A6E5-6F77-4D4F-95AC-3E972C3122EF}"/>
          </ac:picMkLst>
        </pc:picChg>
        <pc:picChg chg="add del">
          <ac:chgData name="Mr. S Macmillan" userId="0cdf6dfa-5294-4230-91e8-7fa03e46e576" providerId="ADAL" clId="{B6296EEE-407C-4085-B271-C5BC882109D0}" dt="2025-02-13T10:52:30.386" v="80" actId="26606"/>
          <ac:picMkLst>
            <pc:docMk/>
            <pc:sldMk cId="2728775276" sldId="256"/>
            <ac:picMk id="92" creationId="{3094EE60-ACBF-70CC-016A-7FD71F91BEF6}"/>
          </ac:picMkLst>
        </pc:picChg>
        <pc:picChg chg="add del">
          <ac:chgData name="Mr. S Macmillan" userId="0cdf6dfa-5294-4230-91e8-7fa03e46e576" providerId="ADAL" clId="{B6296EEE-407C-4085-B271-C5BC882109D0}" dt="2025-02-13T10:52:47.495" v="82" actId="26606"/>
          <ac:picMkLst>
            <pc:docMk/>
            <pc:sldMk cId="2728775276" sldId="256"/>
            <ac:picMk id="96" creationId="{70D88D61-EB95-1EE0-306B-31D3EA194DE0}"/>
          </ac:picMkLst>
        </pc:picChg>
        <pc:picChg chg="add del">
          <ac:chgData name="Mr. S Macmillan" userId="0cdf6dfa-5294-4230-91e8-7fa03e46e576" providerId="ADAL" clId="{B6296EEE-407C-4085-B271-C5BC882109D0}" dt="2025-02-13T10:52:56.343" v="84" actId="26606"/>
          <ac:picMkLst>
            <pc:docMk/>
            <pc:sldMk cId="2728775276" sldId="256"/>
            <ac:picMk id="101" creationId="{34284D1C-DE32-DF74-835F-9C9F4A2D1353}"/>
          </ac:picMkLst>
        </pc:picChg>
        <pc:picChg chg="add del">
          <ac:chgData name="Mr. S Macmillan" userId="0cdf6dfa-5294-4230-91e8-7fa03e46e576" providerId="ADAL" clId="{B6296EEE-407C-4085-B271-C5BC882109D0}" dt="2025-02-13T10:53:09.169" v="92" actId="26606"/>
          <ac:picMkLst>
            <pc:docMk/>
            <pc:sldMk cId="2728775276" sldId="256"/>
            <ac:picMk id="106" creationId="{C504566E-9E3A-64DD-B7F8-8FF9FACF2437}"/>
          </ac:picMkLst>
        </pc:picChg>
        <pc:cxnChg chg="add del">
          <ac:chgData name="Mr. S Macmillan" userId="0cdf6dfa-5294-4230-91e8-7fa03e46e576" providerId="ADAL" clId="{B6296EEE-407C-4085-B271-C5BC882109D0}" dt="2025-02-13T10:52:01.563" v="56" actId="26606"/>
          <ac:cxnSpMkLst>
            <pc:docMk/>
            <pc:sldMk cId="2728775276" sldId="256"/>
            <ac:cxnSpMk id="11" creationId="{EE2E603F-4A95-4FE8-BB06-211DFD75DBEF}"/>
          </ac:cxnSpMkLst>
        </pc:cxnChg>
        <pc:cxnChg chg="add del">
          <ac:chgData name="Mr. S Macmillan" userId="0cdf6dfa-5294-4230-91e8-7fa03e46e576" providerId="ADAL" clId="{B6296EEE-407C-4085-B271-C5BC882109D0}" dt="2025-02-13T10:52:01.563" v="56" actId="26606"/>
          <ac:cxnSpMkLst>
            <pc:docMk/>
            <pc:sldMk cId="2728775276" sldId="256"/>
            <ac:cxnSpMk id="15" creationId="{0B66F5E1-B07D-4718-F4B4-5FCE4B7E8F44}"/>
          </ac:cxnSpMkLst>
        </pc:cxnChg>
        <pc:cxnChg chg="add del">
          <ac:chgData name="Mr. S Macmillan" userId="0cdf6dfa-5294-4230-91e8-7fa03e46e576" providerId="ADAL" clId="{B6296EEE-407C-4085-B271-C5BC882109D0}" dt="2025-02-13T10:52:13.234" v="64" actId="26606"/>
          <ac:cxnSpMkLst>
            <pc:docMk/>
            <pc:sldMk cId="2728775276" sldId="256"/>
            <ac:cxnSpMk id="29" creationId="{FFD0734C-004D-4938-8EA0-2C3867A11A66}"/>
          </ac:cxnSpMkLst>
        </pc:cxnChg>
        <pc:cxnChg chg="add del">
          <ac:chgData name="Mr. S Macmillan" userId="0cdf6dfa-5294-4230-91e8-7fa03e46e576" providerId="ADAL" clId="{B6296EEE-407C-4085-B271-C5BC882109D0}" dt="2025-02-13T10:52:14.380" v="66" actId="26606"/>
          <ac:cxnSpMkLst>
            <pc:docMk/>
            <pc:sldMk cId="2728775276" sldId="256"/>
            <ac:cxnSpMk id="34" creationId="{6D4C177C-581F-4CC8-A686-0B6D25DC6A70}"/>
          </ac:cxnSpMkLst>
        </pc:cxnChg>
        <pc:cxnChg chg="add del">
          <ac:chgData name="Mr. S Macmillan" userId="0cdf6dfa-5294-4230-91e8-7fa03e46e576" providerId="ADAL" clId="{B6296EEE-407C-4085-B271-C5BC882109D0}" dt="2025-02-13T10:52:14.380" v="66" actId="26606"/>
          <ac:cxnSpMkLst>
            <pc:docMk/>
            <pc:sldMk cId="2728775276" sldId="256"/>
            <ac:cxnSpMk id="35" creationId="{F3C8C2E5-55C2-48F4-A36A-473F2254C302}"/>
          </ac:cxnSpMkLst>
        </pc:cxnChg>
        <pc:cxnChg chg="add del">
          <ac:chgData name="Mr. S Macmillan" userId="0cdf6dfa-5294-4230-91e8-7fa03e46e576" providerId="ADAL" clId="{B6296EEE-407C-4085-B271-C5BC882109D0}" dt="2025-02-13T10:52:14.380" v="66" actId="26606"/>
          <ac:cxnSpMkLst>
            <pc:docMk/>
            <pc:sldMk cId="2728775276" sldId="256"/>
            <ac:cxnSpMk id="36" creationId="{05B8EA5E-9C54-40D2-A319-5533E7D50E3C}"/>
          </ac:cxnSpMkLst>
        </pc:cxnChg>
        <pc:cxnChg chg="add del">
          <ac:chgData name="Mr. S Macmillan" userId="0cdf6dfa-5294-4230-91e8-7fa03e46e576" providerId="ADAL" clId="{B6296EEE-407C-4085-B271-C5BC882109D0}" dt="2025-02-13T10:52:25.607" v="76" actId="26606"/>
          <ac:cxnSpMkLst>
            <pc:docMk/>
            <pc:sldMk cId="2728775276" sldId="256"/>
            <ac:cxnSpMk id="86" creationId="{EE2E603F-4A95-4FE8-BB06-211DFD75DBEF}"/>
          </ac:cxnSpMkLst>
        </pc:cxnChg>
        <pc:cxnChg chg="add del">
          <ac:chgData name="Mr. S Macmillan" userId="0cdf6dfa-5294-4230-91e8-7fa03e46e576" providerId="ADAL" clId="{B6296EEE-407C-4085-B271-C5BC882109D0}" dt="2025-02-13T10:52:25.607" v="76" actId="26606"/>
          <ac:cxnSpMkLst>
            <pc:docMk/>
            <pc:sldMk cId="2728775276" sldId="256"/>
            <ac:cxnSpMk id="89" creationId="{0B66F5E1-B07D-4718-F4B4-5FCE4B7E8F44}"/>
          </ac:cxnSpMkLst>
        </pc:cxnChg>
        <pc:cxnChg chg="add del">
          <ac:chgData name="Mr. S Macmillan" userId="0cdf6dfa-5294-4230-91e8-7fa03e46e576" providerId="ADAL" clId="{B6296EEE-407C-4085-B271-C5BC882109D0}" dt="2025-02-13T10:52:56.343" v="84" actId="26606"/>
          <ac:cxnSpMkLst>
            <pc:docMk/>
            <pc:sldMk cId="2728775276" sldId="256"/>
            <ac:cxnSpMk id="103" creationId="{7454BE46-239F-BB50-4643-61FF5943B7F9}"/>
          </ac:cxnSpMkLst>
        </pc:cxnChg>
        <pc:cxnChg chg="add del">
          <ac:chgData name="Mr. S Macmillan" userId="0cdf6dfa-5294-4230-91e8-7fa03e46e576" providerId="ADAL" clId="{B6296EEE-407C-4085-B271-C5BC882109D0}" dt="2025-02-13T10:53:09.169" v="92" actId="26606"/>
          <ac:cxnSpMkLst>
            <pc:docMk/>
            <pc:sldMk cId="2728775276" sldId="256"/>
            <ac:cxnSpMk id="108" creationId="{7CC73A33-65FF-41A9-A3B0-006753CD1028}"/>
          </ac:cxnSpMkLst>
        </pc:cxnChg>
      </pc:sldChg>
      <pc:sldChg chg="addSp modSp new mod">
        <pc:chgData name="Mr. S Macmillan" userId="0cdf6dfa-5294-4230-91e8-7fa03e46e576" providerId="ADAL" clId="{B6296EEE-407C-4085-B271-C5BC882109D0}" dt="2025-02-13T11:10:43.222" v="488" actId="1076"/>
        <pc:sldMkLst>
          <pc:docMk/>
          <pc:sldMk cId="1376592384" sldId="257"/>
        </pc:sldMkLst>
        <pc:spChg chg="mod">
          <ac:chgData name="Mr. S Macmillan" userId="0cdf6dfa-5294-4230-91e8-7fa03e46e576" providerId="ADAL" clId="{B6296EEE-407C-4085-B271-C5BC882109D0}" dt="2025-02-13T11:08:51.199" v="119" actId="20577"/>
          <ac:spMkLst>
            <pc:docMk/>
            <pc:sldMk cId="1376592384" sldId="257"/>
            <ac:spMk id="2" creationId="{442E1243-46FB-D81B-1284-015A8966C06C}"/>
          </ac:spMkLst>
        </pc:spChg>
        <pc:spChg chg="mod">
          <ac:chgData name="Mr. S Macmillan" userId="0cdf6dfa-5294-4230-91e8-7fa03e46e576" providerId="ADAL" clId="{B6296EEE-407C-4085-B271-C5BC882109D0}" dt="2025-02-13T11:10:14.919" v="479" actId="20577"/>
          <ac:spMkLst>
            <pc:docMk/>
            <pc:sldMk cId="1376592384" sldId="257"/>
            <ac:spMk id="3" creationId="{938F5AFA-0DE1-66A1-207E-4324086B780A}"/>
          </ac:spMkLst>
        </pc:spChg>
        <pc:picChg chg="add mod">
          <ac:chgData name="Mr. S Macmillan" userId="0cdf6dfa-5294-4230-91e8-7fa03e46e576" providerId="ADAL" clId="{B6296EEE-407C-4085-B271-C5BC882109D0}" dt="2025-02-13T11:10:43.222" v="488" actId="1076"/>
          <ac:picMkLst>
            <pc:docMk/>
            <pc:sldMk cId="1376592384" sldId="257"/>
            <ac:picMk id="5" creationId="{CF975263-70A3-7246-46E0-B47CB78233A5}"/>
          </ac:picMkLst>
        </pc:picChg>
      </pc:sldChg>
      <pc:sldChg chg="new del">
        <pc:chgData name="Mr. S Macmillan" userId="0cdf6dfa-5294-4230-91e8-7fa03e46e576" providerId="ADAL" clId="{B6296EEE-407C-4085-B271-C5BC882109D0}" dt="2025-02-13T10:53:36.551" v="99" actId="680"/>
        <pc:sldMkLst>
          <pc:docMk/>
          <pc:sldMk cId="2423155946" sldId="257"/>
        </pc:sldMkLst>
      </pc:sldChg>
      <pc:sldChg chg="new del">
        <pc:chgData name="Mr. S Macmillan" userId="0cdf6dfa-5294-4230-91e8-7fa03e46e576" providerId="ADAL" clId="{B6296EEE-407C-4085-B271-C5BC882109D0}" dt="2025-02-13T10:53:08.737" v="91" actId="680"/>
        <pc:sldMkLst>
          <pc:docMk/>
          <pc:sldMk cId="3094746565" sldId="257"/>
        </pc:sldMkLst>
      </pc:sldChg>
      <pc:sldChg chg="addSp modSp new mod">
        <pc:chgData name="Mr. S Macmillan" userId="0cdf6dfa-5294-4230-91e8-7fa03e46e576" providerId="ADAL" clId="{B6296EEE-407C-4085-B271-C5BC882109D0}" dt="2025-02-13T11:16:25.117" v="930" actId="20577"/>
        <pc:sldMkLst>
          <pc:docMk/>
          <pc:sldMk cId="1071416446" sldId="258"/>
        </pc:sldMkLst>
        <pc:spChg chg="mod">
          <ac:chgData name="Mr. S Macmillan" userId="0cdf6dfa-5294-4230-91e8-7fa03e46e576" providerId="ADAL" clId="{B6296EEE-407C-4085-B271-C5BC882109D0}" dt="2025-02-13T11:14:23.892" v="517" actId="1076"/>
          <ac:spMkLst>
            <pc:docMk/>
            <pc:sldMk cId="1071416446" sldId="258"/>
            <ac:spMk id="2" creationId="{10623F17-389B-1FCF-8092-D5AF7D932FDE}"/>
          </ac:spMkLst>
        </pc:spChg>
        <pc:spChg chg="mod">
          <ac:chgData name="Mr. S Macmillan" userId="0cdf6dfa-5294-4230-91e8-7fa03e46e576" providerId="ADAL" clId="{B6296EEE-407C-4085-B271-C5BC882109D0}" dt="2025-02-13T11:16:25.117" v="930" actId="20577"/>
          <ac:spMkLst>
            <pc:docMk/>
            <pc:sldMk cId="1071416446" sldId="258"/>
            <ac:spMk id="3" creationId="{9BE48327-02D9-6FDE-FAD3-C80A2DF50FCD}"/>
          </ac:spMkLst>
        </pc:spChg>
        <pc:spChg chg="add mod">
          <ac:chgData name="Mr. S Macmillan" userId="0cdf6dfa-5294-4230-91e8-7fa03e46e576" providerId="ADAL" clId="{B6296EEE-407C-4085-B271-C5BC882109D0}" dt="2025-02-13T11:14:40.974" v="522" actId="13822"/>
          <ac:spMkLst>
            <pc:docMk/>
            <pc:sldMk cId="1071416446" sldId="258"/>
            <ac:spMk id="8" creationId="{2A277E27-10D7-E011-6FF6-C05CCBD80691}"/>
          </ac:spMkLst>
        </pc:spChg>
        <pc:picChg chg="add mod">
          <ac:chgData name="Mr. S Macmillan" userId="0cdf6dfa-5294-4230-91e8-7fa03e46e576" providerId="ADAL" clId="{B6296EEE-407C-4085-B271-C5BC882109D0}" dt="2025-02-13T11:14:28.140" v="519" actId="1076"/>
          <ac:picMkLst>
            <pc:docMk/>
            <pc:sldMk cId="1071416446" sldId="258"/>
            <ac:picMk id="5" creationId="{56420FB2-2B79-7DDA-495C-9703637463E8}"/>
          </ac:picMkLst>
        </pc:picChg>
        <pc:picChg chg="add mod">
          <ac:chgData name="Mr. S Macmillan" userId="0cdf6dfa-5294-4230-91e8-7fa03e46e576" providerId="ADAL" clId="{B6296EEE-407C-4085-B271-C5BC882109D0}" dt="2025-02-13T11:14:26.138" v="518" actId="1076"/>
          <ac:picMkLst>
            <pc:docMk/>
            <pc:sldMk cId="1071416446" sldId="258"/>
            <ac:picMk id="7" creationId="{1813C682-8C09-AF2F-1B38-A0E982104A33}"/>
          </ac:picMkLst>
        </pc:picChg>
      </pc:sldChg>
      <pc:sldChg chg="new del">
        <pc:chgData name="Mr. S Macmillan" userId="0cdf6dfa-5294-4230-91e8-7fa03e46e576" providerId="ADAL" clId="{B6296EEE-407C-4085-B271-C5BC882109D0}" dt="2025-02-13T10:53:08.534" v="90" actId="680"/>
        <pc:sldMkLst>
          <pc:docMk/>
          <pc:sldMk cId="1674220012" sldId="258"/>
        </pc:sldMkLst>
      </pc:sldChg>
      <pc:sldChg chg="new del">
        <pc:chgData name="Mr. S Macmillan" userId="0cdf6dfa-5294-4230-91e8-7fa03e46e576" providerId="ADAL" clId="{B6296EEE-407C-4085-B271-C5BC882109D0}" dt="2025-02-13T10:53:08.304" v="89" actId="680"/>
        <pc:sldMkLst>
          <pc:docMk/>
          <pc:sldMk cId="3373173524" sldId="259"/>
        </pc:sldMkLst>
      </pc:sldChg>
      <pc:sldChg chg="modSp new mod">
        <pc:chgData name="Mr. S Macmillan" userId="0cdf6dfa-5294-4230-91e8-7fa03e46e576" providerId="ADAL" clId="{B6296EEE-407C-4085-B271-C5BC882109D0}" dt="2025-02-13T11:17:56.533" v="1293" actId="20577"/>
        <pc:sldMkLst>
          <pc:docMk/>
          <pc:sldMk cId="3990613485" sldId="259"/>
        </pc:sldMkLst>
        <pc:spChg chg="mod">
          <ac:chgData name="Mr. S Macmillan" userId="0cdf6dfa-5294-4230-91e8-7fa03e46e576" providerId="ADAL" clId="{B6296EEE-407C-4085-B271-C5BC882109D0}" dt="2025-02-13T11:16:41.573" v="947" actId="20577"/>
          <ac:spMkLst>
            <pc:docMk/>
            <pc:sldMk cId="3990613485" sldId="259"/>
            <ac:spMk id="2" creationId="{4E48A3BD-F3FC-3AEA-39D3-8497D02600B2}"/>
          </ac:spMkLst>
        </pc:spChg>
        <pc:spChg chg="mod">
          <ac:chgData name="Mr. S Macmillan" userId="0cdf6dfa-5294-4230-91e8-7fa03e46e576" providerId="ADAL" clId="{B6296EEE-407C-4085-B271-C5BC882109D0}" dt="2025-02-13T11:17:56.533" v="1293" actId="20577"/>
          <ac:spMkLst>
            <pc:docMk/>
            <pc:sldMk cId="3990613485" sldId="259"/>
            <ac:spMk id="3" creationId="{6CA43F17-A1F9-28D2-BCBB-F7FDCB541A22}"/>
          </ac:spMkLst>
        </pc:spChg>
      </pc:sldChg>
      <pc:sldChg chg="addSp delSp modSp new mod">
        <pc:chgData name="Mr. S Macmillan" userId="0cdf6dfa-5294-4230-91e8-7fa03e46e576" providerId="ADAL" clId="{B6296EEE-407C-4085-B271-C5BC882109D0}" dt="2025-02-13T11:25:51.154" v="1885" actId="20577"/>
        <pc:sldMkLst>
          <pc:docMk/>
          <pc:sldMk cId="1821022824" sldId="260"/>
        </pc:sldMkLst>
        <pc:spChg chg="mod">
          <ac:chgData name="Mr. S Macmillan" userId="0cdf6dfa-5294-4230-91e8-7fa03e46e576" providerId="ADAL" clId="{B6296EEE-407C-4085-B271-C5BC882109D0}" dt="2025-02-13T11:18:19.089" v="1315" actId="20577"/>
          <ac:spMkLst>
            <pc:docMk/>
            <pc:sldMk cId="1821022824" sldId="260"/>
            <ac:spMk id="2" creationId="{5476A7A6-095F-7633-C265-60DC5EF0827A}"/>
          </ac:spMkLst>
        </pc:spChg>
        <pc:spChg chg="add del mod">
          <ac:chgData name="Mr. S Macmillan" userId="0cdf6dfa-5294-4230-91e8-7fa03e46e576" providerId="ADAL" clId="{B6296EEE-407C-4085-B271-C5BC882109D0}" dt="2025-02-13T11:25:51.154" v="1885" actId="20577"/>
          <ac:spMkLst>
            <pc:docMk/>
            <pc:sldMk cId="1821022824" sldId="260"/>
            <ac:spMk id="3" creationId="{E78954B0-E6C9-ACB1-9FFB-657EA746D912}"/>
          </ac:spMkLst>
        </pc:spChg>
        <pc:picChg chg="add del mod ord">
          <ac:chgData name="Mr. S Macmillan" userId="0cdf6dfa-5294-4230-91e8-7fa03e46e576" providerId="ADAL" clId="{B6296EEE-407C-4085-B271-C5BC882109D0}" dt="2025-02-13T11:19:31.858" v="1317" actId="22"/>
          <ac:picMkLst>
            <pc:docMk/>
            <pc:sldMk cId="1821022824" sldId="260"/>
            <ac:picMk id="5" creationId="{96C76FCD-85DD-30F6-4187-8CC73117E20B}"/>
          </ac:picMkLst>
        </pc:picChg>
        <pc:picChg chg="add del mod">
          <ac:chgData name="Mr. S Macmillan" userId="0cdf6dfa-5294-4230-91e8-7fa03e46e576" providerId="ADAL" clId="{B6296EEE-407C-4085-B271-C5BC882109D0}" dt="2025-02-13T11:20:09.876" v="1406" actId="21"/>
          <ac:picMkLst>
            <pc:docMk/>
            <pc:sldMk cId="1821022824" sldId="260"/>
            <ac:picMk id="7" creationId="{AD4A803C-3ED0-BB22-74FC-6695792D06B2}"/>
          </ac:picMkLst>
        </pc:picChg>
        <pc:picChg chg="add mod">
          <ac:chgData name="Mr. S Macmillan" userId="0cdf6dfa-5294-4230-91e8-7fa03e46e576" providerId="ADAL" clId="{B6296EEE-407C-4085-B271-C5BC882109D0}" dt="2025-02-13T11:20:11.833" v="1408"/>
          <ac:picMkLst>
            <pc:docMk/>
            <pc:sldMk cId="1821022824" sldId="260"/>
            <ac:picMk id="8" creationId="{AD4A803C-3ED0-BB22-74FC-6695792D06B2}"/>
          </ac:picMkLst>
        </pc:picChg>
        <pc:picChg chg="add mod">
          <ac:chgData name="Mr. S Macmillan" userId="0cdf6dfa-5294-4230-91e8-7fa03e46e576" providerId="ADAL" clId="{B6296EEE-407C-4085-B271-C5BC882109D0}" dt="2025-02-13T11:21:38.222" v="1444" actId="14100"/>
          <ac:picMkLst>
            <pc:docMk/>
            <pc:sldMk cId="1821022824" sldId="260"/>
            <ac:picMk id="10" creationId="{0C283E56-834A-1675-47CD-DE33AE98F316}"/>
          </ac:picMkLst>
        </pc:picChg>
      </pc:sldChg>
      <pc:sldChg chg="addSp modSp new mod">
        <pc:chgData name="Mr. S Macmillan" userId="0cdf6dfa-5294-4230-91e8-7fa03e46e576" providerId="ADAL" clId="{B6296EEE-407C-4085-B271-C5BC882109D0}" dt="2025-02-13T11:43:41.063" v="2379" actId="1076"/>
        <pc:sldMkLst>
          <pc:docMk/>
          <pc:sldMk cId="1269984357" sldId="261"/>
        </pc:sldMkLst>
        <pc:spChg chg="mod">
          <ac:chgData name="Mr. S Macmillan" userId="0cdf6dfa-5294-4230-91e8-7fa03e46e576" providerId="ADAL" clId="{B6296EEE-407C-4085-B271-C5BC882109D0}" dt="2025-02-13T11:27:53.919" v="1903" actId="20577"/>
          <ac:spMkLst>
            <pc:docMk/>
            <pc:sldMk cId="1269984357" sldId="261"/>
            <ac:spMk id="2" creationId="{1FD2E022-F016-E1BB-91E4-58BBF2908D3E}"/>
          </ac:spMkLst>
        </pc:spChg>
        <pc:spChg chg="mod">
          <ac:chgData name="Mr. S Macmillan" userId="0cdf6dfa-5294-4230-91e8-7fa03e46e576" providerId="ADAL" clId="{B6296EEE-407C-4085-B271-C5BC882109D0}" dt="2025-02-13T11:33:44.892" v="2320"/>
          <ac:spMkLst>
            <pc:docMk/>
            <pc:sldMk cId="1269984357" sldId="261"/>
            <ac:spMk id="3" creationId="{9CAE3375-81FD-E9BE-D1FC-1BE508FA26A3}"/>
          </ac:spMkLst>
        </pc:spChg>
        <pc:picChg chg="add mod">
          <ac:chgData name="Mr. S Macmillan" userId="0cdf6dfa-5294-4230-91e8-7fa03e46e576" providerId="ADAL" clId="{B6296EEE-407C-4085-B271-C5BC882109D0}" dt="2025-02-13T11:43:41.063" v="2379" actId="1076"/>
          <ac:picMkLst>
            <pc:docMk/>
            <pc:sldMk cId="1269984357" sldId="261"/>
            <ac:picMk id="5" creationId="{89900EB0-932A-50A8-90F1-F468DF95682D}"/>
          </ac:picMkLst>
        </pc:picChg>
      </pc:sldChg>
      <pc:sldChg chg="addSp delSp modSp new del mod modClrScheme chgLayout">
        <pc:chgData name="Mr. S Macmillan" userId="0cdf6dfa-5294-4230-91e8-7fa03e46e576" providerId="ADAL" clId="{B6296EEE-407C-4085-B271-C5BC882109D0}" dt="2025-02-13T11:37:57.177" v="2363" actId="47"/>
        <pc:sldMkLst>
          <pc:docMk/>
          <pc:sldMk cId="1239010339" sldId="262"/>
        </pc:sldMkLst>
        <pc:spChg chg="del mod ord">
          <ac:chgData name="Mr. S Macmillan" userId="0cdf6dfa-5294-4230-91e8-7fa03e46e576" providerId="ADAL" clId="{B6296EEE-407C-4085-B271-C5BC882109D0}" dt="2025-02-13T11:35:35.310" v="2322" actId="700"/>
          <ac:spMkLst>
            <pc:docMk/>
            <pc:sldMk cId="1239010339" sldId="262"/>
            <ac:spMk id="2" creationId="{6BE6F4B1-BE39-02A2-C291-077D268CF957}"/>
          </ac:spMkLst>
        </pc:spChg>
        <pc:spChg chg="del">
          <ac:chgData name="Mr. S Macmillan" userId="0cdf6dfa-5294-4230-91e8-7fa03e46e576" providerId="ADAL" clId="{B6296EEE-407C-4085-B271-C5BC882109D0}" dt="2025-02-13T11:35:35.310" v="2322" actId="700"/>
          <ac:spMkLst>
            <pc:docMk/>
            <pc:sldMk cId="1239010339" sldId="262"/>
            <ac:spMk id="3" creationId="{ECC7AB90-4D08-A23E-6261-21571AE4CC11}"/>
          </ac:spMkLst>
        </pc:spChg>
        <pc:spChg chg="add del mod ord">
          <ac:chgData name="Mr. S Macmillan" userId="0cdf6dfa-5294-4230-91e8-7fa03e46e576" providerId="ADAL" clId="{B6296EEE-407C-4085-B271-C5BC882109D0}" dt="2025-02-13T11:35:37.967" v="2323" actId="478"/>
          <ac:spMkLst>
            <pc:docMk/>
            <pc:sldMk cId="1239010339" sldId="262"/>
            <ac:spMk id="4" creationId="{69AC834E-68B1-9EB9-AE5A-1BE8803C6044}"/>
          </ac:spMkLst>
        </pc:spChg>
        <pc:spChg chg="add del mod">
          <ac:chgData name="Mr. S Macmillan" userId="0cdf6dfa-5294-4230-91e8-7fa03e46e576" providerId="ADAL" clId="{B6296EEE-407C-4085-B271-C5BC882109D0}" dt="2025-02-13T11:35:50.648" v="2325" actId="478"/>
          <ac:spMkLst>
            <pc:docMk/>
            <pc:sldMk cId="1239010339" sldId="262"/>
            <ac:spMk id="5" creationId="{BE58CCFF-3419-FBED-29E7-FCF621678B4A}"/>
          </ac:spMkLst>
        </pc:spChg>
        <pc:spChg chg="add mod">
          <ac:chgData name="Mr. S Macmillan" userId="0cdf6dfa-5294-4230-91e8-7fa03e46e576" providerId="ADAL" clId="{B6296EEE-407C-4085-B271-C5BC882109D0}" dt="2025-02-13T11:36:01.656" v="2361" actId="1076"/>
          <ac:spMkLst>
            <pc:docMk/>
            <pc:sldMk cId="1239010339" sldId="262"/>
            <ac:spMk id="6" creationId="{3799EB9E-9B74-BEA2-0CD5-890079A27DD5}"/>
          </ac:spMkLst>
        </pc:spChg>
        <pc:picChg chg="add mod">
          <ac:chgData name="Mr. S Macmillan" userId="0cdf6dfa-5294-4230-91e8-7fa03e46e576" providerId="ADAL" clId="{B6296EEE-407C-4085-B271-C5BC882109D0}" dt="2025-02-13T11:36:04.021" v="2362" actId="1076"/>
          <ac:picMkLst>
            <pc:docMk/>
            <pc:sldMk cId="1239010339" sldId="262"/>
            <ac:picMk id="8" creationId="{BEE307F3-01BA-7F27-87A9-591D0C7D1AB0}"/>
          </ac:picMkLst>
        </pc:picChg>
      </pc:sldChg>
      <pc:sldChg chg="addSp modSp new mod">
        <pc:chgData name="Mr. S Macmillan" userId="0cdf6dfa-5294-4230-91e8-7fa03e46e576" providerId="ADAL" clId="{B6296EEE-407C-4085-B271-C5BC882109D0}" dt="2025-02-13T11:48:39.428" v="2650" actId="14100"/>
        <pc:sldMkLst>
          <pc:docMk/>
          <pc:sldMk cId="2718370989" sldId="262"/>
        </pc:sldMkLst>
        <pc:spChg chg="mod">
          <ac:chgData name="Mr. S Macmillan" userId="0cdf6dfa-5294-4230-91e8-7fa03e46e576" providerId="ADAL" clId="{B6296EEE-407C-4085-B271-C5BC882109D0}" dt="2025-02-13T11:48:29" v="2647" actId="1076"/>
          <ac:spMkLst>
            <pc:docMk/>
            <pc:sldMk cId="2718370989" sldId="262"/>
            <ac:spMk id="2" creationId="{81F3DAD3-3884-3394-6542-6D77B560E82F}"/>
          </ac:spMkLst>
        </pc:spChg>
        <pc:spChg chg="mod">
          <ac:chgData name="Mr. S Macmillan" userId="0cdf6dfa-5294-4230-91e8-7fa03e46e576" providerId="ADAL" clId="{B6296EEE-407C-4085-B271-C5BC882109D0}" dt="2025-02-13T11:48:31.424" v="2648" actId="1076"/>
          <ac:spMkLst>
            <pc:docMk/>
            <pc:sldMk cId="2718370989" sldId="262"/>
            <ac:spMk id="3" creationId="{C7210560-E0AC-DDC6-0CC9-F7473FF76F91}"/>
          </ac:spMkLst>
        </pc:spChg>
        <pc:picChg chg="add mod">
          <ac:chgData name="Mr. S Macmillan" userId="0cdf6dfa-5294-4230-91e8-7fa03e46e576" providerId="ADAL" clId="{B6296EEE-407C-4085-B271-C5BC882109D0}" dt="2025-02-13T11:48:39.428" v="2650" actId="14100"/>
          <ac:picMkLst>
            <pc:docMk/>
            <pc:sldMk cId="2718370989" sldId="262"/>
            <ac:picMk id="5" creationId="{813847FA-D8D2-44D8-FA2D-F7EC14827492}"/>
          </ac:picMkLst>
        </pc:picChg>
      </pc:sldChg>
      <pc:sldChg chg="addSp delSp modSp new mod">
        <pc:chgData name="Mr. S Macmillan" userId="0cdf6dfa-5294-4230-91e8-7fa03e46e576" providerId="ADAL" clId="{B6296EEE-407C-4085-B271-C5BC882109D0}" dt="2025-02-13T11:55:36.069" v="2674" actId="20577"/>
        <pc:sldMkLst>
          <pc:docMk/>
          <pc:sldMk cId="725265488" sldId="263"/>
        </pc:sldMkLst>
        <pc:spChg chg="mod">
          <ac:chgData name="Mr. S Macmillan" userId="0cdf6dfa-5294-4230-91e8-7fa03e46e576" providerId="ADAL" clId="{B6296EEE-407C-4085-B271-C5BC882109D0}" dt="2025-02-13T11:55:36.069" v="2674" actId="20577"/>
          <ac:spMkLst>
            <pc:docMk/>
            <pc:sldMk cId="725265488" sldId="263"/>
            <ac:spMk id="2" creationId="{199449E5-1959-4798-7C08-B0A87AAC5248}"/>
          </ac:spMkLst>
        </pc:spChg>
        <pc:spChg chg="del">
          <ac:chgData name="Mr. S Macmillan" userId="0cdf6dfa-5294-4230-91e8-7fa03e46e576" providerId="ADAL" clId="{B6296EEE-407C-4085-B271-C5BC882109D0}" dt="2025-02-13T11:55:21.421" v="2662" actId="478"/>
          <ac:spMkLst>
            <pc:docMk/>
            <pc:sldMk cId="725265488" sldId="263"/>
            <ac:spMk id="3" creationId="{66825C5C-344B-04F2-7ED9-40C6B95FBBC4}"/>
          </ac:spMkLst>
        </pc:spChg>
        <pc:picChg chg="add mod">
          <ac:chgData name="Mr. S Macmillan" userId="0cdf6dfa-5294-4230-91e8-7fa03e46e576" providerId="ADAL" clId="{B6296EEE-407C-4085-B271-C5BC882109D0}" dt="2025-02-13T11:55:30.870" v="2665" actId="1076"/>
          <ac:picMkLst>
            <pc:docMk/>
            <pc:sldMk cId="725265488" sldId="263"/>
            <ac:picMk id="5" creationId="{116CDD98-F351-A7D0-5DBE-1C886370ABF2}"/>
          </ac:picMkLst>
        </pc:picChg>
      </pc:sldChg>
      <pc:sldChg chg="modSp new mod">
        <pc:chgData name="Mr. S Macmillan" userId="0cdf6dfa-5294-4230-91e8-7fa03e46e576" providerId="ADAL" clId="{B6296EEE-407C-4085-B271-C5BC882109D0}" dt="2025-02-13T11:57:58.174" v="3228" actId="20577"/>
        <pc:sldMkLst>
          <pc:docMk/>
          <pc:sldMk cId="512450126" sldId="264"/>
        </pc:sldMkLst>
        <pc:spChg chg="mod">
          <ac:chgData name="Mr. S Macmillan" userId="0cdf6dfa-5294-4230-91e8-7fa03e46e576" providerId="ADAL" clId="{B6296EEE-407C-4085-B271-C5BC882109D0}" dt="2025-02-13T11:55:59.461" v="2719" actId="20577"/>
          <ac:spMkLst>
            <pc:docMk/>
            <pc:sldMk cId="512450126" sldId="264"/>
            <ac:spMk id="2" creationId="{AFFD9276-112E-160B-E4FD-DFFCFC390693}"/>
          </ac:spMkLst>
        </pc:spChg>
        <pc:spChg chg="mod">
          <ac:chgData name="Mr. S Macmillan" userId="0cdf6dfa-5294-4230-91e8-7fa03e46e576" providerId="ADAL" clId="{B6296EEE-407C-4085-B271-C5BC882109D0}" dt="2025-02-13T11:57:58.174" v="3228" actId="20577"/>
          <ac:spMkLst>
            <pc:docMk/>
            <pc:sldMk cId="512450126" sldId="264"/>
            <ac:spMk id="3" creationId="{1ADC6184-D47E-32BB-C88A-2CDF58AB11A9}"/>
          </ac:spMkLst>
        </pc:spChg>
      </pc:sldChg>
      <pc:sldChg chg="modSp new mod">
        <pc:chgData name="Mr. S Macmillan" userId="0cdf6dfa-5294-4230-91e8-7fa03e46e576" providerId="ADAL" clId="{B6296EEE-407C-4085-B271-C5BC882109D0}" dt="2025-02-13T12:01:21.006" v="3879" actId="20577"/>
        <pc:sldMkLst>
          <pc:docMk/>
          <pc:sldMk cId="1410941637" sldId="265"/>
        </pc:sldMkLst>
        <pc:spChg chg="mod">
          <ac:chgData name="Mr. S Macmillan" userId="0cdf6dfa-5294-4230-91e8-7fa03e46e576" providerId="ADAL" clId="{B6296EEE-407C-4085-B271-C5BC882109D0}" dt="2025-02-13T11:58:11.266" v="3247" actId="20577"/>
          <ac:spMkLst>
            <pc:docMk/>
            <pc:sldMk cId="1410941637" sldId="265"/>
            <ac:spMk id="2" creationId="{E293A60C-304F-4403-F103-C6F829B29E76}"/>
          </ac:spMkLst>
        </pc:spChg>
        <pc:spChg chg="mod">
          <ac:chgData name="Mr. S Macmillan" userId="0cdf6dfa-5294-4230-91e8-7fa03e46e576" providerId="ADAL" clId="{B6296EEE-407C-4085-B271-C5BC882109D0}" dt="2025-02-13T12:01:21.006" v="3879" actId="20577"/>
          <ac:spMkLst>
            <pc:docMk/>
            <pc:sldMk cId="1410941637" sldId="265"/>
            <ac:spMk id="3" creationId="{71993688-ED33-5D7F-F790-0D2993E740F2}"/>
          </ac:spMkLst>
        </pc:spChg>
      </pc:sldChg>
      <pc:sldChg chg="modSp new mod">
        <pc:chgData name="Mr. S Macmillan" userId="0cdf6dfa-5294-4230-91e8-7fa03e46e576" providerId="ADAL" clId="{B6296EEE-407C-4085-B271-C5BC882109D0}" dt="2025-02-13T12:04:00.611" v="4445" actId="20577"/>
        <pc:sldMkLst>
          <pc:docMk/>
          <pc:sldMk cId="363157594" sldId="266"/>
        </pc:sldMkLst>
        <pc:spChg chg="mod">
          <ac:chgData name="Mr. S Macmillan" userId="0cdf6dfa-5294-4230-91e8-7fa03e46e576" providerId="ADAL" clId="{B6296EEE-407C-4085-B271-C5BC882109D0}" dt="2025-02-13T12:02:21.523" v="3891" actId="20577"/>
          <ac:spMkLst>
            <pc:docMk/>
            <pc:sldMk cId="363157594" sldId="266"/>
            <ac:spMk id="2" creationId="{ECFA6E8D-93DC-A18B-0081-E1ACC6D151AE}"/>
          </ac:spMkLst>
        </pc:spChg>
        <pc:spChg chg="mod">
          <ac:chgData name="Mr. S Macmillan" userId="0cdf6dfa-5294-4230-91e8-7fa03e46e576" providerId="ADAL" clId="{B6296EEE-407C-4085-B271-C5BC882109D0}" dt="2025-02-13T12:04:00.611" v="4445" actId="20577"/>
          <ac:spMkLst>
            <pc:docMk/>
            <pc:sldMk cId="363157594" sldId="266"/>
            <ac:spMk id="3" creationId="{31C1843D-BE43-542F-D82E-08B63693FA75}"/>
          </ac:spMkLst>
        </pc:spChg>
      </pc:sldChg>
      <pc:sldChg chg="modSp new mod">
        <pc:chgData name="Mr. S Macmillan" userId="0cdf6dfa-5294-4230-91e8-7fa03e46e576" providerId="ADAL" clId="{B6296EEE-407C-4085-B271-C5BC882109D0}" dt="2025-02-13T12:06:29.984" v="4858" actId="20577"/>
        <pc:sldMkLst>
          <pc:docMk/>
          <pc:sldMk cId="1299391123" sldId="267"/>
        </pc:sldMkLst>
        <pc:spChg chg="mod">
          <ac:chgData name="Mr. S Macmillan" userId="0cdf6dfa-5294-4230-91e8-7fa03e46e576" providerId="ADAL" clId="{B6296EEE-407C-4085-B271-C5BC882109D0}" dt="2025-02-13T12:04:15.802" v="4480" actId="20577"/>
          <ac:spMkLst>
            <pc:docMk/>
            <pc:sldMk cId="1299391123" sldId="267"/>
            <ac:spMk id="2" creationId="{7914366B-15FC-896A-F71C-969281CD57C0}"/>
          </ac:spMkLst>
        </pc:spChg>
        <pc:spChg chg="mod">
          <ac:chgData name="Mr. S Macmillan" userId="0cdf6dfa-5294-4230-91e8-7fa03e46e576" providerId="ADAL" clId="{B6296EEE-407C-4085-B271-C5BC882109D0}" dt="2025-02-13T12:06:29.984" v="4858" actId="20577"/>
          <ac:spMkLst>
            <pc:docMk/>
            <pc:sldMk cId="1299391123" sldId="267"/>
            <ac:spMk id="3" creationId="{34CC6413-DBE9-3E01-76EC-E2B0AE42DED9}"/>
          </ac:spMkLst>
        </pc:spChg>
      </pc:sldChg>
      <pc:sldChg chg="modSp new mod">
        <pc:chgData name="Mr. S Macmillan" userId="0cdf6dfa-5294-4230-91e8-7fa03e46e576" providerId="ADAL" clId="{B6296EEE-407C-4085-B271-C5BC882109D0}" dt="2025-02-13T12:09:05.702" v="5506" actId="20577"/>
        <pc:sldMkLst>
          <pc:docMk/>
          <pc:sldMk cId="3151551845" sldId="268"/>
        </pc:sldMkLst>
        <pc:spChg chg="mod">
          <ac:chgData name="Mr. S Macmillan" userId="0cdf6dfa-5294-4230-91e8-7fa03e46e576" providerId="ADAL" clId="{B6296EEE-407C-4085-B271-C5BC882109D0}" dt="2025-02-13T12:06:36.499" v="4868" actId="20577"/>
          <ac:spMkLst>
            <pc:docMk/>
            <pc:sldMk cId="3151551845" sldId="268"/>
            <ac:spMk id="2" creationId="{502313B6-1E72-ED7F-91E3-1E11B1BCFA47}"/>
          </ac:spMkLst>
        </pc:spChg>
        <pc:spChg chg="mod">
          <ac:chgData name="Mr. S Macmillan" userId="0cdf6dfa-5294-4230-91e8-7fa03e46e576" providerId="ADAL" clId="{B6296EEE-407C-4085-B271-C5BC882109D0}" dt="2025-02-13T12:09:05.702" v="5506" actId="20577"/>
          <ac:spMkLst>
            <pc:docMk/>
            <pc:sldMk cId="3151551845" sldId="268"/>
            <ac:spMk id="3" creationId="{173E1DCB-FBE5-AFE5-FD38-6007600310B9}"/>
          </ac:spMkLst>
        </pc:spChg>
      </pc:sldChg>
      <pc:sldMasterChg chg="add del addSldLayout delSldLayout">
        <pc:chgData name="Mr. S Macmillan" userId="0cdf6dfa-5294-4230-91e8-7fa03e46e576" providerId="ADAL" clId="{B6296EEE-407C-4085-B271-C5BC882109D0}" dt="2025-02-13T10:53:09.169" v="92" actId="26606"/>
        <pc:sldMasterMkLst>
          <pc:docMk/>
          <pc:sldMasterMk cId="776641754" sldId="2147483648"/>
        </pc:sldMasterMkLst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2324202294" sldId="2147483649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2908236919" sldId="2147483650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3064897609" sldId="2147483651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185190354" sldId="2147483652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1435351493" sldId="2147483653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469790223" sldId="2147483654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22970248" sldId="2147483655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1973503833" sldId="2147483656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98022954" sldId="2147483657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3291013367" sldId="2147483658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776641754" sldId="2147483648"/>
            <pc:sldLayoutMk cId="4278555140" sldId="2147483659"/>
          </pc:sldLayoutMkLst>
        </pc:sldLayoutChg>
      </pc:sldMasterChg>
      <pc:sldMasterChg chg="add del replId addSldLayout delSldLayout">
        <pc:chgData name="Mr. S Macmillan" userId="0cdf6dfa-5294-4230-91e8-7fa03e46e576" providerId="ADAL" clId="{B6296EEE-407C-4085-B271-C5BC882109D0}" dt="2025-02-13T10:52:25.607" v="76" actId="26606"/>
        <pc:sldMasterMkLst>
          <pc:docMk/>
          <pc:sldMasterMk cId="3794261508" sldId="2147483660"/>
        </pc:sldMasterMkLst>
        <pc:sldLayoutChg chg="add del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625175407" sldId="2147483661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3694010667" sldId="2147483662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3964050610" sldId="2147483663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1212455045" sldId="2147483664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2610083484" sldId="2147483665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3597662358" sldId="2147483666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344184493" sldId="2147483667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3294557617" sldId="2147483668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3789778509" sldId="2147483669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2707494007" sldId="2147483670"/>
          </pc:sldLayoutMkLst>
        </pc:sldLayoutChg>
        <pc:sldLayoutChg chg="add del replId">
          <pc:chgData name="Mr. S Macmillan" userId="0cdf6dfa-5294-4230-91e8-7fa03e46e576" providerId="ADAL" clId="{B6296EEE-407C-4085-B271-C5BC882109D0}" dt="2025-02-13T10:52:25.607" v="76" actId="26606"/>
          <pc:sldLayoutMkLst>
            <pc:docMk/>
            <pc:sldMasterMk cId="3794261508" sldId="2147483660"/>
            <pc:sldLayoutMk cId="769141144" sldId="2147483671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2:30.386" v="80" actId="26606"/>
        <pc:sldMasterMkLst>
          <pc:docMk/>
          <pc:sldMasterMk cId="4086345981" sldId="2147483673"/>
        </pc:sldMasterMkLst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3060997845" sldId="2147483662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4068035189" sldId="2147483663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1993068389" sldId="2147483664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1612248817" sldId="2147483665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2513033254" sldId="2147483666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2291749647" sldId="2147483667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1050609580" sldId="2147483668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3348686439" sldId="2147483669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1251768870" sldId="2147483670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466525985" sldId="2147483671"/>
          </pc:sldLayoutMkLst>
        </pc:sldLayoutChg>
        <pc:sldLayoutChg chg="add del">
          <pc:chgData name="Mr. S Macmillan" userId="0cdf6dfa-5294-4230-91e8-7fa03e46e576" providerId="ADAL" clId="{B6296EEE-407C-4085-B271-C5BC882109D0}" dt="2025-02-13T10:52:30.386" v="80" actId="26606"/>
          <pc:sldLayoutMkLst>
            <pc:docMk/>
            <pc:sldMasterMk cId="4086345981" sldId="2147483673"/>
            <pc:sldLayoutMk cId="2785967177" sldId="2147483672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3:36.872" v="100" actId="26606"/>
        <pc:sldMasterMkLst>
          <pc:docMk/>
          <pc:sldMasterMk cId="1577154392" sldId="2147483678"/>
        </pc:sldMasterMkLst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1355985203" sldId="2147483679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995554360" sldId="2147483680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1068614273" sldId="2147483681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1917552210" sldId="2147483682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805818783" sldId="2147483683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216694199" sldId="2147483684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2692645218" sldId="2147483685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2091900594" sldId="2147483686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2525231367" sldId="2147483687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3801121867" sldId="2147483688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2139445533" sldId="2147483689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553994232" sldId="2147483690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2232825385" sldId="2147483691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4034135943" sldId="2147483692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3462614447" sldId="2147483693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838724949" sldId="2147483694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1577154392" sldId="2147483678"/>
            <pc:sldLayoutMk cId="2120971774" sldId="2147483695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2:47.495" v="82" actId="26606"/>
        <pc:sldMasterMkLst>
          <pc:docMk/>
          <pc:sldMasterMk cId="2347261843" sldId="2147483686"/>
        </pc:sldMasterMkLst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1487043156" sldId="2147483675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925916568" sldId="2147483676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3716426098" sldId="2147483677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1952042554" sldId="2147483678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1934672686" sldId="2147483679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2896609124" sldId="2147483680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3796887795" sldId="2147483681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3277800047" sldId="2147483682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3998148314" sldId="2147483683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2000267720" sldId="2147483684"/>
          </pc:sldLayoutMkLst>
        </pc:sldLayoutChg>
        <pc:sldLayoutChg chg="add del">
          <pc:chgData name="Mr. S Macmillan" userId="0cdf6dfa-5294-4230-91e8-7fa03e46e576" providerId="ADAL" clId="{B6296EEE-407C-4085-B271-C5BC882109D0}" dt="2025-02-13T10:52:47.495" v="82" actId="26606"/>
          <pc:sldLayoutMkLst>
            <pc:docMk/>
            <pc:sldMasterMk cId="2347261843" sldId="2147483686"/>
            <pc:sldLayoutMk cId="3237815839" sldId="2147483685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3:09.169" v="92" actId="26606"/>
        <pc:sldMasterMkLst>
          <pc:docMk/>
          <pc:sldMasterMk cId="2595780637" sldId="2147483686"/>
        </pc:sldMasterMkLst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935407940" sldId="2147483675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3278077906" sldId="2147483676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2812703370" sldId="2147483677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224717829" sldId="2147483678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4002914995" sldId="2147483679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3754489100" sldId="2147483680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3505108127" sldId="2147483681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1736052031" sldId="2147483682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4128236915" sldId="2147483683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947807665" sldId="2147483684"/>
          </pc:sldLayoutMkLst>
        </pc:sldLayoutChg>
        <pc:sldLayoutChg chg="add del">
          <pc:chgData name="Mr. S Macmillan" userId="0cdf6dfa-5294-4230-91e8-7fa03e46e576" providerId="ADAL" clId="{B6296EEE-407C-4085-B271-C5BC882109D0}" dt="2025-02-13T10:53:09.169" v="92" actId="26606"/>
          <pc:sldLayoutMkLst>
            <pc:docMk/>
            <pc:sldMasterMk cId="2595780637" sldId="2147483686"/>
            <pc:sldLayoutMk cId="2388704561" sldId="2147483685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2:13.234" v="64" actId="26606"/>
        <pc:sldMasterMkLst>
          <pc:docMk/>
          <pc:sldMasterMk cId="3674899752" sldId="2147483699"/>
        </pc:sldMasterMkLst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4171208511" sldId="2147483688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1641682997" sldId="2147483689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3264948227" sldId="2147483690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1404805545" sldId="2147483691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1050946924" sldId="2147483692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3475316498" sldId="2147483693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4091905801" sldId="2147483694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3881570562" sldId="2147483695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18724905" sldId="2147483696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2417448730" sldId="2147483697"/>
          </pc:sldLayoutMkLst>
        </pc:sldLayoutChg>
        <pc:sldLayoutChg chg="add del">
          <pc:chgData name="Mr. S Macmillan" userId="0cdf6dfa-5294-4230-91e8-7fa03e46e576" providerId="ADAL" clId="{B6296EEE-407C-4085-B271-C5BC882109D0}" dt="2025-02-13T10:52:13.234" v="64" actId="26606"/>
          <pc:sldLayoutMkLst>
            <pc:docMk/>
            <pc:sldMasterMk cId="3674899752" sldId="2147483699"/>
            <pc:sldLayoutMk cId="2815263471" sldId="2147483698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2:14.380" v="66" actId="26606"/>
        <pc:sldMasterMkLst>
          <pc:docMk/>
          <pc:sldMasterMk cId="2488237695" sldId="2147483712"/>
        </pc:sldMasterMkLst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3068248975" sldId="2147483701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389248431" sldId="2147483702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1867526044" sldId="2147483703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1390043345" sldId="2147483704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3330110421" sldId="2147483705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2273661797" sldId="2147483706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1074495062" sldId="2147483707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1112155923" sldId="2147483708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672727247" sldId="2147483709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3473372844" sldId="2147483710"/>
          </pc:sldLayoutMkLst>
        </pc:sldLayoutChg>
        <pc:sldLayoutChg chg="add del">
          <pc:chgData name="Mr. S Macmillan" userId="0cdf6dfa-5294-4230-91e8-7fa03e46e576" providerId="ADAL" clId="{B6296EEE-407C-4085-B271-C5BC882109D0}" dt="2025-02-13T10:52:14.380" v="66" actId="26606"/>
          <pc:sldLayoutMkLst>
            <pc:docMk/>
            <pc:sldMasterMk cId="2488237695" sldId="2147483712"/>
            <pc:sldLayoutMk cId="1509956222" sldId="2147483711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3:36.872" v="100" actId="26606"/>
        <pc:sldMasterMkLst>
          <pc:docMk/>
          <pc:sldMasterMk cId="2784012277" sldId="2147483716"/>
        </pc:sldMasterMkLst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3728473775" sldId="2147483705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2223532751" sldId="2147483706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2446590547" sldId="2147483707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2464618383" sldId="2147483708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156412437" sldId="2147483709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1479471662" sldId="2147483710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2614858120" sldId="2147483711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2386251617" sldId="2147483712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3345027292" sldId="2147483713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2315817052" sldId="2147483714"/>
          </pc:sldLayoutMkLst>
        </pc:sldLayoutChg>
        <pc:sldLayoutChg chg="add del">
          <pc:chgData name="Mr. S Macmillan" userId="0cdf6dfa-5294-4230-91e8-7fa03e46e576" providerId="ADAL" clId="{B6296EEE-407C-4085-B271-C5BC882109D0}" dt="2025-02-13T10:53:36.872" v="100" actId="26606"/>
          <pc:sldLayoutMkLst>
            <pc:docMk/>
            <pc:sldMasterMk cId="2784012277" sldId="2147483716"/>
            <pc:sldLayoutMk cId="1154370394" sldId="2147483715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2:56.343" v="84" actId="26606"/>
        <pc:sldMasterMkLst>
          <pc:docMk/>
          <pc:sldMasterMk cId="2342789930" sldId="2147483725"/>
        </pc:sldMasterMkLst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3606938615" sldId="2147483714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1490325366" sldId="2147483715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198693664" sldId="2147483716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3311876097" sldId="2147483717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2848073729" sldId="2147483718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2466328528" sldId="2147483719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2942364011" sldId="2147483720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2370837216" sldId="2147483721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3682852464" sldId="2147483722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2762422465" sldId="2147483723"/>
          </pc:sldLayoutMkLst>
        </pc:sldLayoutChg>
        <pc:sldLayoutChg chg="add del">
          <pc:chgData name="Mr. S Macmillan" userId="0cdf6dfa-5294-4230-91e8-7fa03e46e576" providerId="ADAL" clId="{B6296EEE-407C-4085-B271-C5BC882109D0}" dt="2025-02-13T10:52:56.343" v="84" actId="26606"/>
          <pc:sldLayoutMkLst>
            <pc:docMk/>
            <pc:sldMasterMk cId="2342789930" sldId="2147483725"/>
            <pc:sldLayoutMk cId="2640239708" sldId="2147483724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2:16.441" v="68" actId="26606"/>
        <pc:sldMasterMkLst>
          <pc:docMk/>
          <pc:sldMasterMk cId="3064410345" sldId="2147483725"/>
        </pc:sldMasterMkLst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3014995928" sldId="2147483714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398522430" sldId="2147483715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4182258676" sldId="2147483716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2843876318" sldId="2147483717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2308333945" sldId="2147483718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98063156" sldId="2147483719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3658693473" sldId="2147483720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3281619650" sldId="2147483721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2697070823" sldId="2147483722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2435176300" sldId="2147483723"/>
          </pc:sldLayoutMkLst>
        </pc:sldLayoutChg>
        <pc:sldLayoutChg chg="add del">
          <pc:chgData name="Mr. S Macmillan" userId="0cdf6dfa-5294-4230-91e8-7fa03e46e576" providerId="ADAL" clId="{B6296EEE-407C-4085-B271-C5BC882109D0}" dt="2025-02-13T10:52:16.441" v="68" actId="26606"/>
          <pc:sldLayoutMkLst>
            <pc:docMk/>
            <pc:sldMasterMk cId="3064410345" sldId="2147483725"/>
            <pc:sldLayoutMk cId="1015534633" sldId="2147483724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2:17.407" v="70" actId="26606"/>
        <pc:sldMasterMkLst>
          <pc:docMk/>
          <pc:sldMasterMk cId="1145911646" sldId="2147483738"/>
        </pc:sldMasterMkLst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998903666" sldId="2147483727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2314013922" sldId="2147483728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3587543839" sldId="2147483729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3413363085" sldId="2147483730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420255650" sldId="2147483731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1803622929" sldId="2147483732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3468240228" sldId="2147483733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2901132758" sldId="2147483734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2720262462" sldId="2147483735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1165204070" sldId="2147483736"/>
          </pc:sldLayoutMkLst>
        </pc:sldLayoutChg>
        <pc:sldLayoutChg chg="add del">
          <pc:chgData name="Mr. S Macmillan" userId="0cdf6dfa-5294-4230-91e8-7fa03e46e576" providerId="ADAL" clId="{B6296EEE-407C-4085-B271-C5BC882109D0}" dt="2025-02-13T10:52:17.407" v="70" actId="26606"/>
          <pc:sldLayoutMkLst>
            <pc:docMk/>
            <pc:sldMasterMk cId="1145911646" sldId="2147483738"/>
            <pc:sldLayoutMk cId="1815378965" sldId="2147483737"/>
          </pc:sldLayoutMkLst>
        </pc:sldLayoutChg>
      </pc:sldMasterChg>
      <pc:sldMasterChg chg="add del addSldLayout delSldLayout">
        <pc:chgData name="Mr. S Macmillan" userId="0cdf6dfa-5294-4230-91e8-7fa03e46e576" providerId="ADAL" clId="{B6296EEE-407C-4085-B271-C5BC882109D0}" dt="2025-02-13T10:52:20.023" v="72" actId="26606"/>
        <pc:sldMasterMkLst>
          <pc:docMk/>
          <pc:sldMasterMk cId="1655213467" sldId="2147483751"/>
        </pc:sldMasterMkLst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1802379229" sldId="2147483740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2778909532" sldId="2147483741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1244877377" sldId="2147483742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1092728" sldId="2147483743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805377009" sldId="2147483744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4144952673" sldId="2147483745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1370161035" sldId="2147483746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25304320" sldId="2147483747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2176078707" sldId="2147483748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1208750515" sldId="2147483749"/>
          </pc:sldLayoutMkLst>
        </pc:sldLayoutChg>
        <pc:sldLayoutChg chg="add del">
          <pc:chgData name="Mr. S Macmillan" userId="0cdf6dfa-5294-4230-91e8-7fa03e46e576" providerId="ADAL" clId="{B6296EEE-407C-4085-B271-C5BC882109D0}" dt="2025-02-13T10:52:20.023" v="72" actId="26606"/>
          <pc:sldLayoutMkLst>
            <pc:docMk/>
            <pc:sldMasterMk cId="1655213467" sldId="2147483751"/>
            <pc:sldLayoutMk cId="2874047093" sldId="214748375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179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043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278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4613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9004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872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590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819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869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59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4791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6857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6467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3446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6872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8506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982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325CE-465B-4AED-8A16-3FAD692BC3AF}" type="datetimeFigureOut">
              <a:rPr lang="en-ZA" smtClean="0"/>
              <a:t>2026/02/10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49560-5EA4-434B-B057-A36BAA48CC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01788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9B5A-4671-A798-B99B-5F41953BF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Tutorial 0: Java Basics and Jacoco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72DA9-64C5-2894-668F-43FEA0181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Stefan Müller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2877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1243-46FB-D81B-1284-015A8966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Installing Java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F5AFA-0DE1-66A1-207E-4324086B7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many ways to download and install java, so use whatever method you prefer. My personal favourite is OpenJDK as they are the easiest in my opinion.</a:t>
            </a:r>
          </a:p>
          <a:p>
            <a:r>
              <a:rPr lang="en-GB" dirty="0">
                <a:solidFill>
                  <a:srgbClr val="FF0000"/>
                </a:solidFill>
              </a:rPr>
              <a:t>VERY IMPORTANT </a:t>
            </a:r>
            <a:r>
              <a:rPr lang="en-GB" dirty="0"/>
              <a:t>: Make sure you install a Java 8 JDK, not a JRE and also not a newer version.</a:t>
            </a:r>
          </a:p>
          <a:p>
            <a:r>
              <a:rPr lang="en-GB" dirty="0"/>
              <a:t>How to check that you have the correct version: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231106-EB9A-DD96-61FA-C75754FE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2" y="4551453"/>
            <a:ext cx="9014577" cy="23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9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3F17-389B-1FCF-8092-D5AF7D93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52246"/>
            <a:ext cx="8610600" cy="1293028"/>
          </a:xfrm>
        </p:spPr>
        <p:txBody>
          <a:bodyPr/>
          <a:lstStyle/>
          <a:p>
            <a:r>
              <a:rPr lang="en-GB" dirty="0"/>
              <a:t>Compilation and Running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48327-02D9-6FDE-FAD3-C80A2DF50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82417"/>
            <a:ext cx="10820400" cy="4024125"/>
          </a:xfrm>
        </p:spPr>
        <p:txBody>
          <a:bodyPr/>
          <a:lstStyle/>
          <a:p>
            <a:r>
              <a:rPr lang="en-GB" dirty="0"/>
              <a:t>All classes should be in their own files.</a:t>
            </a:r>
          </a:p>
          <a:p>
            <a:r>
              <a:rPr lang="en-GB" dirty="0"/>
              <a:t>To compile all java files:</a:t>
            </a:r>
          </a:p>
          <a:p>
            <a:pPr lvl="1"/>
            <a:r>
              <a:rPr lang="en-GB" dirty="0" err="1"/>
              <a:t>javac</a:t>
            </a:r>
            <a:r>
              <a:rPr lang="en-GB" dirty="0"/>
              <a:t> *.java</a:t>
            </a:r>
          </a:p>
          <a:p>
            <a:r>
              <a:rPr lang="en-GB" dirty="0"/>
              <a:t>To run:</a:t>
            </a:r>
          </a:p>
          <a:p>
            <a:pPr lvl="1"/>
            <a:r>
              <a:rPr lang="en-GB" dirty="0"/>
              <a:t>java Main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20FB2-2B79-7DDA-495C-970363746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659" y="1866682"/>
            <a:ext cx="2238687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13C682-8C09-AF2F-1B38-A0E982104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2471" y="1533260"/>
            <a:ext cx="1819529" cy="189574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A277E27-10D7-E011-6FF6-C05CCBD80691}"/>
              </a:ext>
            </a:extLst>
          </p:cNvPr>
          <p:cNvSpPr/>
          <p:nvPr/>
        </p:nvSpPr>
        <p:spPr>
          <a:xfrm>
            <a:off x="9017538" y="2225012"/>
            <a:ext cx="1078302" cy="51223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141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A3BD-F3FC-3AEA-39D3-8497D026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Structure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43F17-A1F9-28D2-BCBB-F7FDCB541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File extension: .java</a:t>
            </a:r>
          </a:p>
          <a:p>
            <a:r>
              <a:rPr lang="en-GB" dirty="0"/>
              <a:t>Must have a public class with the same name as the file name.</a:t>
            </a:r>
          </a:p>
          <a:p>
            <a:r>
              <a:rPr lang="en-GB" dirty="0"/>
              <a:t>Order of functions and variables don’t matter (unlike C++).</a:t>
            </a:r>
          </a:p>
          <a:p>
            <a:r>
              <a:rPr lang="en-GB" dirty="0"/>
              <a:t>Conventions</a:t>
            </a:r>
          </a:p>
          <a:p>
            <a:pPr lvl="1"/>
            <a:r>
              <a:rPr lang="en-GB" dirty="0"/>
              <a:t>Create a new .java file for every class you want to make.</a:t>
            </a:r>
          </a:p>
          <a:p>
            <a:pPr lvl="1"/>
            <a:r>
              <a:rPr lang="en-GB" dirty="0"/>
              <a:t>Class names should begin with a capital letter.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90613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A7A6-095F-7633-C265-60DC5EF0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Nice features of java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54B0-E6C9-ACB1-9FFB-657EA746D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185" y="1806370"/>
            <a:ext cx="10820400" cy="5051629"/>
          </a:xfrm>
        </p:spPr>
        <p:txBody>
          <a:bodyPr/>
          <a:lstStyle/>
          <a:p>
            <a:r>
              <a:rPr lang="en-GB" dirty="0"/>
              <a:t>Java crashes tells you exactly where the program crashed, and shows stack trace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Java initializes all variables</a:t>
            </a:r>
          </a:p>
          <a:p>
            <a:r>
              <a:rPr lang="en-GB" dirty="0"/>
              <a:t>No memory management in java. </a:t>
            </a:r>
          </a:p>
          <a:p>
            <a:pPr lvl="1"/>
            <a:r>
              <a:rPr lang="en-GB" dirty="0"/>
              <a:t>The garbage collector does this for you.</a:t>
            </a:r>
          </a:p>
          <a:p>
            <a:r>
              <a:rPr lang="en-GB" dirty="0"/>
              <a:t>Java does not have header files.</a:t>
            </a:r>
          </a:p>
          <a:p>
            <a:pPr lvl="1"/>
            <a:r>
              <a:rPr lang="en-GB" dirty="0"/>
              <a:t>This means for all Practical's and Assignments (Unless stated otherwise) you are always allowed to add helper functions.</a:t>
            </a:r>
          </a:p>
          <a:p>
            <a:pPr lvl="2"/>
            <a:r>
              <a:rPr lang="en-GB" dirty="0">
                <a:solidFill>
                  <a:srgbClr val="FF0000"/>
                </a:solidFill>
              </a:rPr>
              <a:t>Don’t test your helper functions directly as this will crash the Testing task on </a:t>
            </a:r>
            <a:r>
              <a:rPr lang="en-GB" dirty="0" err="1">
                <a:solidFill>
                  <a:srgbClr val="FF0000"/>
                </a:solidFill>
              </a:rPr>
              <a:t>Fitchfork</a:t>
            </a:r>
            <a:r>
              <a:rPr lang="en-GB" dirty="0">
                <a:solidFill>
                  <a:srgbClr val="FF0000"/>
                </a:solidFill>
              </a:rPr>
              <a:t>. Only call functions in your Main which were listed in the spec.</a:t>
            </a:r>
          </a:p>
          <a:p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4A803C-3ED0-BB22-74FC-6695792D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64" y="2596411"/>
            <a:ext cx="6230219" cy="7335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283E56-834A-1675-47CD-DE33AE98F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162" y="2314227"/>
            <a:ext cx="2906174" cy="257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22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E022-F016-E1BB-91E4-58BBF290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Warnings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E3375-81FD-E9BE-D1FC-1BE508FA2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Java has some built-in warning which tells you that you are attempting something that might crash in certain scenarios. </a:t>
            </a:r>
          </a:p>
          <a:p>
            <a:r>
              <a:rPr lang="en-GB" dirty="0"/>
              <a:t>To supress these warnings (when we are sure that we are not doing something unsafe)</a:t>
            </a:r>
          </a:p>
          <a:p>
            <a:pPr lvl="1"/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@SuppressWarnings(“unchecked”)</a:t>
            </a:r>
          </a:p>
          <a:p>
            <a:pPr lvl="1"/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@SuppressWarnings(“rawtypes”)</a:t>
            </a:r>
          </a:p>
          <a:p>
            <a:pPr lvl="1"/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@SuppressWarnings({“unchecked”, “</a:t>
            </a:r>
            <a:r>
              <a:rPr lang="en-US" b="1" dirty="0" err="1">
                <a:solidFill>
                  <a:schemeClr val="tx1">
                    <a:lumMod val="85000"/>
                  </a:schemeClr>
                </a:solidFill>
              </a:rPr>
              <a:t>rawtypes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”})</a:t>
            </a:r>
          </a:p>
          <a:p>
            <a:pPr lvl="1"/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00EB0-932A-50A8-90F1-F468DF956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57" y="5049321"/>
            <a:ext cx="8192643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84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DAD3-3884-3394-6542-6D77B560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0"/>
            <a:ext cx="8610600" cy="1293028"/>
          </a:xfrm>
        </p:spPr>
        <p:txBody>
          <a:bodyPr/>
          <a:lstStyle/>
          <a:p>
            <a:r>
              <a:rPr lang="en-GB" dirty="0"/>
              <a:t>Java Generics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0560-E0AC-DDC6-0CC9-F7473FF76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62919"/>
            <a:ext cx="10820400" cy="4024125"/>
          </a:xfrm>
        </p:spPr>
        <p:txBody>
          <a:bodyPr/>
          <a:lstStyle/>
          <a:p>
            <a:r>
              <a:rPr lang="en-GB" dirty="0"/>
              <a:t>Java generics are weird at first, but as soon as you get the hand of them, they are easy to use.</a:t>
            </a:r>
          </a:p>
          <a:p>
            <a:r>
              <a:rPr lang="en-ZA" dirty="0"/>
              <a:t>You can’t directly create arrays of generic objects. Instead you must create an array of Objects and then cast it to the generic array.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847FA-D8D2-44D8-FA2D-F7EC14827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457" y="2353550"/>
            <a:ext cx="6530548" cy="450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70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49E5-1959-4798-7C08-B0A87AAC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Comparable Generics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CDD98-F351-A7D0-5DBE-1C886370A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06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65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D9276-112E-160B-E4FD-DFFCFC39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Capital Letters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C6184-D47E-32BB-C88A-2CDF58AB1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Double and double the same thing?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NO</a:t>
            </a:r>
          </a:p>
          <a:p>
            <a:r>
              <a:rPr lang="en-GB" dirty="0"/>
              <a:t>In java you have two types of variables, primitives and Objects. Primitives are types like: int, </a:t>
            </a:r>
            <a:r>
              <a:rPr lang="en-GB" dirty="0" err="1"/>
              <a:t>boolean</a:t>
            </a:r>
            <a:r>
              <a:rPr lang="en-GB" dirty="0"/>
              <a:t>, double. Objects are types like Integer, Boolean, Double, String. Convention is that primitives are spelled with a lowercase letter, while Objects are typed with a capital letter (which is why all of our classes start with a Capital letter).</a:t>
            </a:r>
          </a:p>
          <a:p>
            <a:r>
              <a:rPr lang="en-GB" dirty="0"/>
              <a:t>Primitives can not be null. Objects can be null.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1245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A60C-304F-4403-F103-C6F829B2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Elements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93688-ED33-5D7F-F790-0D2993E74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When using primitives use ==, &lt;= and &gt;= to check relational operators.</a:t>
            </a:r>
          </a:p>
          <a:p>
            <a:r>
              <a:rPr lang="en-GB" dirty="0">
                <a:solidFill>
                  <a:schemeClr val="accent1"/>
                </a:solidFill>
              </a:rPr>
              <a:t>NEVER </a:t>
            </a:r>
            <a:r>
              <a:rPr lang="en-GB" dirty="0"/>
              <a:t>use ==,&lt;= or &gt;= on Objects. (&lt;= and &gt;= are not defined, and == only checks whether the Object’s addresses are equal).</a:t>
            </a:r>
          </a:p>
          <a:p>
            <a:r>
              <a:rPr lang="en-GB" dirty="0">
                <a:solidFill>
                  <a:srgbClr val="00B050"/>
                </a:solidFill>
              </a:rPr>
              <a:t>ALWAYS </a:t>
            </a:r>
            <a:r>
              <a:rPr lang="en-GB" dirty="0"/>
              <a:t>use .equals() or .</a:t>
            </a:r>
            <a:r>
              <a:rPr lang="en-GB" dirty="0" err="1"/>
              <a:t>compareTo</a:t>
            </a:r>
            <a:r>
              <a:rPr lang="en-GB" dirty="0"/>
              <a:t>() when comparing objects.</a:t>
            </a:r>
          </a:p>
          <a:p>
            <a:r>
              <a:rPr lang="en-GB" dirty="0"/>
              <a:t>If you have two Objects A and B, and want to see if A &lt; B:</a:t>
            </a:r>
          </a:p>
          <a:p>
            <a:pPr lvl="1"/>
            <a:r>
              <a:rPr lang="en-GB" dirty="0"/>
              <a:t>if(</a:t>
            </a:r>
            <a:r>
              <a:rPr lang="en-GB" dirty="0" err="1"/>
              <a:t>A.compareTo</a:t>
            </a:r>
            <a:r>
              <a:rPr lang="en-GB" dirty="0"/>
              <a:t>(B) &lt; 0)</a:t>
            </a:r>
          </a:p>
          <a:p>
            <a:r>
              <a:rPr lang="en-GB" dirty="0"/>
              <a:t>Want to see if A &gt; B:</a:t>
            </a:r>
          </a:p>
          <a:p>
            <a:pPr lvl="1"/>
            <a:r>
              <a:rPr lang="en-GB" dirty="0"/>
              <a:t>if(</a:t>
            </a:r>
            <a:r>
              <a:rPr lang="en-GB" dirty="0" err="1"/>
              <a:t>A.compareTo</a:t>
            </a:r>
            <a:r>
              <a:rPr lang="en-GB" dirty="0"/>
              <a:t>(B) &gt; 0)</a:t>
            </a:r>
          </a:p>
          <a:p>
            <a:r>
              <a:rPr lang="en-GB" dirty="0"/>
              <a:t>Want to see if A == B:</a:t>
            </a:r>
          </a:p>
          <a:p>
            <a:pPr lvl="1"/>
            <a:r>
              <a:rPr lang="en-GB" dirty="0"/>
              <a:t>if(</a:t>
            </a:r>
            <a:r>
              <a:rPr lang="en-GB" dirty="0" err="1"/>
              <a:t>A.compareTo</a:t>
            </a:r>
            <a:r>
              <a:rPr lang="en-GB" dirty="0"/>
              <a:t>(B) == 0)</a:t>
            </a:r>
          </a:p>
          <a:p>
            <a:pPr lvl="1"/>
            <a:r>
              <a:rPr lang="en-GB" dirty="0"/>
              <a:t>if (</a:t>
            </a:r>
            <a:r>
              <a:rPr lang="en-GB" dirty="0" err="1"/>
              <a:t>A.equals</a:t>
            </a:r>
            <a:r>
              <a:rPr lang="en-GB" dirty="0"/>
              <a:t>(B))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1094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4366B-15FC-896A-F71C-969281CD5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(Using </a:t>
            </a:r>
            <a:r>
              <a:rPr lang="en-GB" dirty="0" err="1"/>
              <a:t>jacoco</a:t>
            </a:r>
            <a:r>
              <a:rPr lang="en-GB" dirty="0"/>
              <a:t>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C6413-DBE9-3E01-76EC-E2B0AE42D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Testing is a vital skill of programming and as such for every practical and assignment 10% of the mark will be for the code coverage your Main.java achieved on the Memo solution. (Same as COS110)</a:t>
            </a:r>
          </a:p>
          <a:p>
            <a:r>
              <a:rPr lang="en-GB" dirty="0"/>
              <a:t>For Java we use </a:t>
            </a:r>
            <a:r>
              <a:rPr lang="en-GB" dirty="0" err="1"/>
              <a:t>Jacoco</a:t>
            </a:r>
            <a:r>
              <a:rPr lang="en-GB" dirty="0"/>
              <a:t>. A demonstration will now be shown.</a:t>
            </a:r>
          </a:p>
          <a:p>
            <a:r>
              <a:rPr lang="en-GB" dirty="0"/>
              <a:t>The </a:t>
            </a:r>
            <a:r>
              <a:rPr lang="en-GB" dirty="0" err="1"/>
              <a:t>makefile</a:t>
            </a:r>
            <a:r>
              <a:rPr lang="en-GB" dirty="0"/>
              <a:t> and all Java code shown will be uploaded to </a:t>
            </a:r>
            <a:r>
              <a:rPr lang="en-GB" dirty="0" err="1"/>
              <a:t>clickUp</a:t>
            </a:r>
            <a:r>
              <a:rPr lang="en-GB" dirty="0"/>
              <a:t>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99391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13B6-1E72-ED7F-91E3-1E11B1BC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Tutorials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E1DCB-FBE5-AFE5-FD38-60076003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the rest of the semester tutorials works as follows:</a:t>
            </a:r>
          </a:p>
          <a:p>
            <a:pPr lvl="1"/>
            <a:r>
              <a:rPr lang="en-GB" dirty="0"/>
              <a:t>Exercise will release at the beginning of the week</a:t>
            </a:r>
          </a:p>
          <a:p>
            <a:pPr lvl="1"/>
            <a:r>
              <a:rPr lang="en-GB" dirty="0"/>
              <a:t>For the first 20 minutes of the tutorial, we will go through the memo with you</a:t>
            </a:r>
          </a:p>
          <a:p>
            <a:pPr lvl="1"/>
            <a:r>
              <a:rPr lang="en-GB" dirty="0"/>
              <a:t>For the last 30 minutes you will write a class test on the same work.</a:t>
            </a:r>
          </a:p>
          <a:p>
            <a:pPr lvl="2"/>
            <a:r>
              <a:rPr lang="en-GB" dirty="0"/>
              <a:t>The tutorial tests will be done on </a:t>
            </a:r>
            <a:r>
              <a:rPr lang="en-GB" dirty="0" err="1"/>
              <a:t>ClickUp</a:t>
            </a:r>
            <a:r>
              <a:rPr lang="en-GB" dirty="0"/>
              <a:t>.</a:t>
            </a:r>
          </a:p>
          <a:p>
            <a:pPr lvl="2"/>
            <a:r>
              <a:rPr lang="en-GB" dirty="0"/>
              <a:t>Please bring an electronic device (phone, table, laptop etc) to be able to do the class test</a:t>
            </a:r>
          </a:p>
          <a:p>
            <a:pPr lvl="2"/>
            <a:r>
              <a:rPr lang="en-GB" dirty="0"/>
              <a:t>Also bring a blank A4 sheet to be able to draw on.</a:t>
            </a:r>
          </a:p>
          <a:p>
            <a:pPr lvl="2"/>
            <a:r>
              <a:rPr lang="en-GB" dirty="0"/>
              <a:t>You are allowed the textbook, one A4 cheat sheet.</a:t>
            </a:r>
          </a:p>
        </p:txBody>
      </p:sp>
    </p:spTree>
    <p:extLst>
      <p:ext uri="{BB962C8B-B14F-4D97-AF65-F5344CB8AC3E}">
        <p14:creationId xmlns:p14="http://schemas.microsoft.com/office/powerpoint/2010/main" val="315155184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98</TotalTime>
  <Words>760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Vapor Trail</vt:lpstr>
      <vt:lpstr>Tutorial 0: Java Basics and Jacoco</vt:lpstr>
      <vt:lpstr>Installing Java</vt:lpstr>
      <vt:lpstr>Compilation and Running</vt:lpstr>
      <vt:lpstr>File Structure</vt:lpstr>
      <vt:lpstr>Nice features of java</vt:lpstr>
      <vt:lpstr>Java Warnings</vt:lpstr>
      <vt:lpstr>Java Generics</vt:lpstr>
      <vt:lpstr>Comparable Generics</vt:lpstr>
      <vt:lpstr>Capital Letters</vt:lpstr>
      <vt:lpstr>Comparing Elements</vt:lpstr>
      <vt:lpstr>Testing (Using jacoco)</vt:lpstr>
      <vt:lpstr>Tutorials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Macmillan</dc:creator>
  <cp:lastModifiedBy>Mr. S Müller</cp:lastModifiedBy>
  <cp:revision>3</cp:revision>
  <dcterms:created xsi:type="dcterms:W3CDTF">2025-02-13T10:51:24Z</dcterms:created>
  <dcterms:modified xsi:type="dcterms:W3CDTF">2026-02-10T14:48:14Z</dcterms:modified>
</cp:coreProperties>
</file>